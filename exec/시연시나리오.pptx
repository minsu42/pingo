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0" r:id="rId2"/>
    <p:sldId id="362" r:id="rId3"/>
    <p:sldId id="385" r:id="rId4"/>
    <p:sldId id="389" r:id="rId5"/>
    <p:sldId id="390" r:id="rId6"/>
    <p:sldId id="384" r:id="rId7"/>
    <p:sldId id="382" r:id="rId8"/>
    <p:sldId id="391" r:id="rId9"/>
    <p:sldId id="387" r:id="rId10"/>
    <p:sldId id="364" r:id="rId11"/>
    <p:sldId id="365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7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00FF99"/>
    <a:srgbClr val="FAE100"/>
    <a:srgbClr val="CC66FF"/>
    <a:srgbClr val="FFF7D1"/>
    <a:srgbClr val="CC0099"/>
    <a:srgbClr val="F3F3F3"/>
    <a:srgbClr val="00CC99"/>
    <a:srgbClr val="5F9466"/>
    <a:srgbClr val="5F9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1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20" y="102"/>
      </p:cViewPr>
      <p:guideLst>
        <p:guide orient="horz" pos="2115"/>
        <p:guide pos="379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7T18:06:34.035"/>
    </inkml:context>
    <inkml:brush xml:id="br0">
      <inkml:brushProperty name="width" value="0.05" units="cm"/>
      <inkml:brushProperty name="height" value="0.05" units="cm"/>
      <inkml:brushProperty name="color" value="#FFFFFF"/>
      <inkml:brushProperty name="ignorePressure" value="1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7T18:07:05.480"/>
    </inkml:context>
    <inkml:brush xml:id="br0">
      <inkml:brushProperty name="width" value="0.1" units="cm"/>
      <inkml:brushProperty name="height" value="0.1" units="cm"/>
      <inkml:brushProperty name="color" value="#FFFFFF"/>
      <inkml:brushProperty name="ignorePressure" value="1"/>
    </inkml:brush>
  </inkml:definitions>
  <inkml:trace contextRef="#ctx0" brushRef="#br0">976 1,'0'0,"0"0,0 0,5 4,23 17,-1 0,-2 1,0 2,-1 1,-2 0,0 2,-2 0,20 37,-28-42,0 1,-2 1,-1 0,0 0,-2 1,-1 0,-1 0,-1 0,-1 1,-1-1,-3 40,-1-44,-1-1,-1 0,-1 0,0 0,-2 0,0-1,-2 0,0 0,-1-1,0-1,-2 1,0-2,-1 1,0-2,-17 15,12-14,-1 0,-1-2,0 0,-1-1,0-1,-1-1,0-1,-1-1,0-1,0-1,-1-1,-34 4,30-7,0-2,0 0,0-2,0-2,0 0,1-2,-1 0,1-2,1-2,-1 0,1-1,-32-19,38 18,1-1,1-1,0 0,1-2,0 0,1 0,1-2,0 0,1-1,1 0,1-1,1 0,0-1,2 0,-13-38,14 32,2 0,1 0,-3-48,7 63,1 0,1 0,-1 0,2 1,-1-1,2 0,-1 1,2-1,-1 1,1 0,1 0,5-10,-7 16,0 0,-1 1,1-1,1 1,-1-1,1 1,-1 0,1 0,0 1,0-1,0 1,0 0,0 0,1 0,6-2,-5 3,1 0,-1 1,0-1,1 1,-1 1,0-1,1 1,-1 0,0 0,9 3,-1 2,1 0,-1 1,0 0,-1 1,0 0,0 1,-1 1,18 17,-14-8,0 0,-1 2,-1-1,0 2,-2 0,-1 0,-1 1,-1 0,0 1,-2 0,-1 1,3 24,-3-8,-3 1,-1-1,-2 1,-1-1,-3 1,-12 59,9-70,-1-1,-1-1,-2 1,0-1,-2-1,-24 37,28-51,-1 0,0-1,-1 0,-1-1,0 0,0-1,-1 0,-1-1,0-1,0 0,-1-1,0 0,-23 8,9-8,1-1,-1-2,-1-1,1-1,-44-1,67-2,0 0,0 0,0-1,0 0,0 0,0 0,0-1,0 0,1 0,-12-6,-13-14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7T18:08:46.199"/>
    </inkml:context>
    <inkml:brush xml:id="br0">
      <inkml:brushProperty name="width" value="0.2" units="cm"/>
      <inkml:brushProperty name="height" value="0.2" units="cm"/>
      <inkml:brushProperty name="color" value="#FFFFFF"/>
      <inkml:brushProperty name="ignorePressure" value="1"/>
    </inkml:brush>
  </inkml:definitions>
  <inkml:trace contextRef="#ctx0" brushRef="#br0">1758 1768,'11'-12,"-1"-2,0-1,0 0,-2-1,1 0,-2-1,1 0,-2 0,7-27,-4 8,-2 0,-1-1,2-50,-6 40,-2 0,-2 0,-1 0,-2 1,-2 0,-20-81,15 86,-1 0,-2 2,-1 0,-1 1,-2 2,-1 0,-38-51,43 67,-1 2,-1 0,0 1,-1 1,0 1,-1 1,-39-21,35 24,-1 1,0 1,0 2,-1 1,0 1,-44-2,45 7,0 1,0 1,1 1,-1 2,1 0,-30 13,38-12,1 1,0 1,0 0,0 2,1 0,1 0,-1 1,1 1,1 1,-18 23,18-18,0 0,1 1,1 0,0 1,1 0,1 1,-7 32,10-35,1 0,0 1,1-1,1 1,0-1,1 1,1-1,1 1,4 25,-4-35,0-1,1 1,0 0,0-1,0 0,1 1,0-2,1 1,0-1,0 1,0-2,0 1,1-1,0 0,0 0,1-1,-1 0,1 0,0-1,0 0,0 0,0-1,1 0,-1 0,1-1,-1-1,16 2,-11-3,0 0,-1 0,1-2,0 1,-1-2,1 0,-1-1,1 0,-1-1,17-10,-16 6,1 0,-1-1,0-1,-1 0,0-1,0 0,16-27,-15 20,-1-1,-1-1,0 0,-1-1,-1 0,-1-1,-1 1,0-2,-2 1,0-1,-1 1,0-42,-3 39,-2-1,-1 1,-1 0,-1 1,-1-1,0 1,-2 0,0 1,-2 0,0 0,-1 1,-1 1,-1 1,-21-30,15 26,-2 1,0 2,-1 0,0 1,-2 2,0 1,-1 1,0 2,-1 1,-50-19,39 21,0 3,0 2,0 1,-1 3,1 1,-1 3,-65 10,62-2,0 1,1 3,0 1,1 3,0 1,-65 46,80-47,2 1,-38 38,48-42,0 1,0 1,1-1,1 2,-14 27,22-38,-1 0,1 0,0 0,0 0,0 1,1-1,0 1,0 0,0-1,1 1,-1 0,2 11,7 27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7T18:06:34.035"/>
    </inkml:context>
    <inkml:brush xml:id="br0">
      <inkml:brushProperty name="width" value="0.05" units="cm"/>
      <inkml:brushProperty name="height" value="0.05" units="cm"/>
      <inkml:brushProperty name="color" value="#FFFFFF"/>
      <inkml:brushProperty name="ignorePressure" value="1"/>
    </inkml:brush>
  </inkml:definitions>
  <inkml:trace contextRef="#ctx0" brushRef="#br0">0 1,'0'0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8T08:59:41.503"/>
    </inkml:context>
    <inkml:brush xml:id="br0">
      <inkml:brushProperty name="width" value="0.05" units="cm"/>
      <inkml:brushProperty name="height" value="0.05" units="cm"/>
      <inkml:brushProperty name="color" value="#FFFFFF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7T18:06:34.035"/>
    </inkml:context>
    <inkml:brush xml:id="br0">
      <inkml:brushProperty name="width" value="0.05" units="cm"/>
      <inkml:brushProperty name="height" value="0.05" units="cm"/>
      <inkml:brushProperty name="color" value="#FFFFFF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7T18:06:34.035"/>
    </inkml:context>
    <inkml:brush xml:id="br0">
      <inkml:brushProperty name="width" value="0.05" units="cm"/>
      <inkml:brushProperty name="height" value="0.05" units="cm"/>
      <inkml:brushProperty name="color" value="#FFFFFF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7T18:06:34.035"/>
    </inkml:context>
    <inkml:brush xml:id="br0">
      <inkml:brushProperty name="width" value="0.05" units="cm"/>
      <inkml:brushProperty name="height" value="0.05" units="cm"/>
      <inkml:brushProperty name="color" value="#FFFFFF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7T18:06:34.035"/>
    </inkml:context>
    <inkml:brush xml:id="br0">
      <inkml:brushProperty name="width" value="0.05" units="cm"/>
      <inkml:brushProperty name="height" value="0.05" units="cm"/>
      <inkml:brushProperty name="color" value="#FFFFFF"/>
      <inkml:brushProperty name="ignorePressure" value="1"/>
    </inkml:brush>
  </inkml:definitions>
  <inkml:trace contextRef="#ctx0" brushRef="#br0">0 1,'0'0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7T18:06:34.035"/>
    </inkml:context>
    <inkml:brush xml:id="br0">
      <inkml:brushProperty name="width" value="0.05" units="cm"/>
      <inkml:brushProperty name="height" value="0.05" units="cm"/>
      <inkml:brushProperty name="color" value="#FFFFFF"/>
      <inkml:brushProperty name="ignorePressure" value="1"/>
    </inkml:brush>
  </inkml:definitions>
  <inkml:trace contextRef="#ctx0" brushRef="#br0">0 1,'0'0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7T18:06:34.035"/>
    </inkml:context>
    <inkml:brush xml:id="br0">
      <inkml:brushProperty name="width" value="0.05" units="cm"/>
      <inkml:brushProperty name="height" value="0.05" units="cm"/>
      <inkml:brushProperty name="color" value="#FFFFFF"/>
      <inkml:brushProperty name="ignorePressure" value="1"/>
    </inkml:brush>
  </inkml:definitions>
  <inkml:trace contextRef="#ctx0" brushRef="#br0">0 1,'0'0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7T18:06:34.035"/>
    </inkml:context>
    <inkml:brush xml:id="br0">
      <inkml:brushProperty name="width" value="0.05" units="cm"/>
      <inkml:brushProperty name="height" value="0.05" units="cm"/>
      <inkml:brushProperty name="color" value="#FFFFFF"/>
      <inkml:brushProperty name="ignorePressure" value="1"/>
    </inkml:brush>
  </inkml:definitions>
  <inkml:trace contextRef="#ctx0" brushRef="#br0">0 1,'0'0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7T18:06:34.035"/>
    </inkml:context>
    <inkml:brush xml:id="br0">
      <inkml:brushProperty name="width" value="0.05" units="cm"/>
      <inkml:brushProperty name="height" value="0.05" units="cm"/>
      <inkml:brushProperty name="color" value="#FFFFFF"/>
      <inkml:brushProperty name="ignorePressure" value="1"/>
    </inkml:brush>
  </inkml:definitions>
  <inkml:trace contextRef="#ctx0" brushRef="#br0">0 1,'0'0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7T19:01:38.545"/>
    </inkml:context>
    <inkml:brush xml:id="br0">
      <inkml:brushProperty name="width" value="0.2" units="cm"/>
      <inkml:brushProperty name="height" value="0.2" units="cm"/>
      <inkml:brushProperty name="color" value="#FFFFFF"/>
      <inkml:brushProperty name="ignorePressure" value="1"/>
    </inkml:brush>
  </inkml:definitions>
  <inkml:trace contextRef="#ctx0" brushRef="#br0">1758 1768,'11'-12,"-1"-2,0-1,0 0,-2-1,1 0,-2-1,1 0,-2 0,7-27,-4 8,-2 0,-1-1,2-50,-6 40,-2 0,-2 0,-1 0,-2 1,-2 0,-20-81,15 86,-1 0,-2 2,-1 0,-1 1,-2 2,-1 0,-38-51,43 67,-1 2,-1 0,0 1,-1 1,0 1,-1 1,-39-21,35 24,-1 1,0 1,0 2,-1 1,0 1,-44-2,45 7,0 1,0 1,1 1,-1 2,1 0,-30 13,38-12,1 1,0 1,0 0,0 2,1 0,1 0,-1 1,1 1,1 1,-18 23,18-18,0 0,1 1,1 0,0 1,1 0,1 1,-7 32,10-35,1 0,0 1,1-1,1 1,0-1,1 1,1-1,1 1,4 25,-4-35,0-1,1 1,0 0,0-1,0 0,1 1,0-2,1 1,0-1,0 1,0-2,0 1,1-1,0 0,0 0,1-1,-1 0,1 0,0-1,0 0,0 0,0-1,1 0,-1 0,1-1,-1-1,16 2,-11-3,0 0,-1 0,1-2,0 1,-1-2,1 0,-1-1,1 0,-1-1,17-10,-16 6,1 0,-1-1,0-1,-1 0,0-1,0 0,16-27,-15 20,-1-1,-1-1,0 0,-1-1,-1 0,-1-1,-1 1,0-2,-2 1,0-1,-1 1,0-42,-3 39,-2-1,-1 1,-1 0,-1 1,-1-1,0 1,-2 0,0 1,-2 0,0 0,-1 1,-1 1,-1 1,-21-30,15 26,-2 1,0 2,-1 0,0 1,-2 2,0 1,-1 1,0 2,-1 1,-50-19,39 21,0 3,0 2,0 1,-1 3,1 1,-1 3,-65 10,62-2,0 1,1 3,0 1,1 3,0 1,-65 46,80-47,2 1,-38 38,48-42,0 1,0 1,1-1,1 2,-14 27,22-38,-1 0,1 0,0 0,0 0,0 1,1-1,0 1,0 0,0-1,1 1,-1 0,2 11,7 27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7T19:01:51.793"/>
    </inkml:context>
    <inkml:brush xml:id="br0">
      <inkml:brushProperty name="width" value="0.1" units="cm"/>
      <inkml:brushProperty name="height" value="0.1" units="cm"/>
      <inkml:brushProperty name="color" value="#FFFFFF"/>
      <inkml:brushProperty name="ignorePressure" value="1"/>
    </inkml:brush>
  </inkml:definitions>
  <inkml:trace contextRef="#ctx0" brushRef="#br0">291 1,'0'0,"0"0,0 0,-6 4,-19 14,1 2,0 1,2 0,0 2,2 0,0 1,2 1,-19 33,25-37,2 0,1 0,0 1,1 1,2-1,0 1,1 0,2 0,0 1,2-1,1 36,2-40,1 0,1-1,0 1,1-1,1 0,1-1,1 1,0-1,1-1,1 0,0 0,1-1,1 0,0-1,15 14,-10-13,0-1,1-1,1 0,0-2,0 0,1-1,0-1,1 0,0-2,1-1,-1 0,33 3,-29-6,1-2,-1-1,1-1,-1-1,1-1,-1-1,0-1,0-2,-1 0,0-2,0 0,29-17,-35 16,0-1,-1-1,-1 0,0-1,-1-1,0-1,-1 0,-1 0,0-2,-2 1,1-2,-2 1,0-1,-2-1,12-34,-13 30,-1-1,-1 0,2-44,-7 58,1 0,-2 1,1-1,-2 0,1 0,-1 0,-1 1,0-1,0 1,-1-1,0 1,-5-9,6 15,1-1,-1 1,0-1,0 1,0 0,0 0,0 1,-1-1,1 1,-1-1,0 1,1 0,-1 0,0 1,-7-2,6 1,-1 2,0-1,0 1,0 0,1 0,-1 0,0 1,0 0,0 0,-7 3,0 1,0 1,0 0,0 0,1 2,0-1,0 2,1 0,-16 15,12-6,0-1,2 2,0 0,1 0,1 1,0 1,2 0,1 0,0 1,1 0,2 0,-3 23,3-7,1 0,2 0,2 0,2 0,1 0,12 54,-9-64,1 0,2-1,0 0,2-1,1 0,21 34,-24-47,0-1,0 0,1 0,1-1,0 0,0-1,1 0,1-1,-1 0,1-1,1-1,-1 0,23 8,-10-8,0-1,0-1,1-1,0-1,39-1,-60-2,-1 0,1-1,0 1,-1-1,1 0,-1 0,0-1,1 0,-1 0,10-5,13-13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7T18:06:34.035"/>
    </inkml:context>
    <inkml:brush xml:id="br0">
      <inkml:brushProperty name="width" value="0.05" units="cm"/>
      <inkml:brushProperty name="height" value="0.05" units="cm"/>
      <inkml:brushProperty name="color" value="#FFFFFF"/>
      <inkml:brushProperty name="ignorePressure" value="1"/>
    </inkml:brush>
  </inkml:definitions>
  <inkml:trace contextRef="#ctx0" brushRef="#br0">0 1,'0'0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7T18:07:05.480"/>
    </inkml:context>
    <inkml:brush xml:id="br0">
      <inkml:brushProperty name="width" value="0.1" units="cm"/>
      <inkml:brushProperty name="height" value="0.1" units="cm"/>
      <inkml:brushProperty name="color" value="#FFFFFF"/>
      <inkml:brushProperty name="ignorePressure" value="1"/>
    </inkml:brush>
  </inkml:definitions>
  <inkml:trace contextRef="#ctx0" brushRef="#br0">976 1,'0'0,"0"0,0 0,5 4,23 17,-1 0,-2 1,0 2,-1 1,-2 0,0 2,-2 0,20 37,-28-42,0 1,-2 1,-1 0,0 0,-2 1,-1 0,-1 0,-1 0,-1 1,-1-1,-3 40,-1-44,-1-1,-1 0,-1 0,0 0,-2 0,0-1,-2 0,0 0,-1-1,0-1,-2 1,0-2,-1 1,0-2,-17 15,12-14,-1 0,-1-2,0 0,-1-1,0-1,-1-1,0-1,-1-1,0-1,0-1,-1-1,-34 4,30-7,0-2,0 0,0-2,0-2,0 0,1-2,-1 0,1-2,1-2,-1 0,1-1,-32-19,38 18,1-1,1-1,0 0,1-2,0 0,1 0,1-2,0 0,1-1,1 0,1-1,1 0,0-1,2 0,-13-38,14 32,2 0,1 0,-3-48,7 63,1 0,1 0,-1 0,2 1,-1-1,2 0,-1 1,2-1,-1 1,1 0,1 0,5-10,-7 16,0 0,-1 1,1-1,1 1,-1-1,1 1,-1 0,1 0,0 1,0-1,0 1,0 0,0 0,1 0,6-2,-5 3,1 0,-1 1,0-1,1 1,-1 1,0-1,1 1,-1 0,0 0,9 3,-1 2,1 0,-1 1,0 0,-1 1,0 0,0 1,-1 1,18 17,-14-8,0 0,-1 2,-1-1,0 2,-2 0,-1 0,-1 1,-1 0,0 1,-2 0,-1 1,3 24,-3-8,-3 1,-1-1,-2 1,-1-1,-3 1,-12 59,9-70,-1-1,-1-1,-2 1,0-1,-2-1,-24 37,28-51,-1 0,0-1,-1 0,-1-1,0 0,0-1,-1 0,-1-1,0-1,0 0,-1-1,0 0,-23 8,9-8,1-1,-1-2,-1-1,1-1,-44-1,67-2,0 0,0 0,0-1,0 0,0 0,0 0,0-1,0 0,1 0,-12-6,-13-14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07T18:08:46.199"/>
    </inkml:context>
    <inkml:brush xml:id="br0">
      <inkml:brushProperty name="width" value="0.2" units="cm"/>
      <inkml:brushProperty name="height" value="0.2" units="cm"/>
      <inkml:brushProperty name="color" value="#FFFFFF"/>
      <inkml:brushProperty name="ignorePressure" value="1"/>
    </inkml:brush>
  </inkml:definitions>
  <inkml:trace contextRef="#ctx0" brushRef="#br0">1758 1768,'11'-12,"-1"-2,0-1,0 0,-2-1,1 0,-2-1,1 0,-2 0,7-27,-4 8,-2 0,-1-1,2-50,-6 40,-2 0,-2 0,-1 0,-2 1,-2 0,-20-81,15 86,-1 0,-2 2,-1 0,-1 1,-2 2,-1 0,-38-51,43 67,-1 2,-1 0,0 1,-1 1,0 1,-1 1,-39-21,35 24,-1 1,0 1,0 2,-1 1,0 1,-44-2,45 7,0 1,0 1,1 1,-1 2,1 0,-30 13,38-12,1 1,0 1,0 0,0 2,1 0,1 0,-1 1,1 1,1 1,-18 23,18-18,0 0,1 1,1 0,0 1,1 0,1 1,-7 32,10-35,1 0,0 1,1-1,1 1,0-1,1 1,1-1,1 1,4 25,-4-35,0-1,1 1,0 0,0-1,0 0,1 1,0-2,1 1,0-1,0 1,0-2,0 1,1-1,0 0,0 0,1-1,-1 0,1 0,0-1,0 0,0 0,0-1,1 0,-1 0,1-1,-1-1,16 2,-11-3,0 0,-1 0,1-2,0 1,-1-2,1 0,-1-1,1 0,-1-1,17-10,-16 6,1 0,-1-1,0-1,-1 0,0-1,0 0,16-27,-15 20,-1-1,-1-1,0 0,-1-1,-1 0,-1-1,-1 1,0-2,-2 1,0-1,-1 1,0-42,-3 39,-2-1,-1 1,-1 0,-1 1,-1-1,0 1,-2 0,0 1,-2 0,0 0,-1 1,-1 1,-1 1,-21-30,15 26,-2 1,0 2,-1 0,0 1,-2 2,0 1,-1 1,0 2,-1 1,-50-19,39 21,0 3,0 2,0 1,-1 3,1 1,-1 3,-65 10,62-2,0 1,1 3,0 1,1 3,0 1,-65 46,80-47,2 1,-38 38,48-42,0 1,0 1,1-1,1 2,-14 27,22-38,-1 0,1 0,0 0,0 0,0 1,1-1,0 1,0 0,0-1,1 1,-1 0,2 11,7 27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46EA6B-217E-4F4D-B2C4-6477F55B73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8E22B7A-D1B5-4C10-9B43-BD73D49B0A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68CA63-CF66-4CE3-BCC3-F4AABA7D8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271D6-E1E8-459D-9230-E19FD06FE12F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A6F0FA-701B-404F-9FAA-EF46D0503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C323D9-5D49-4C42-A635-C075A294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0FC-78AC-40FB-ADD6-D1505F133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829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DD00BA-682D-4242-8B07-9890EC139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3168B9-FAF1-4B9F-B31E-749B9D710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4E34A4-BC2B-4B0B-BB12-524FD847A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271D6-E1E8-459D-9230-E19FD06FE12F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7BAE4D-1297-45A2-A56D-B30699C1E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D72397-77F8-4ECF-AE27-8D5FEF267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0FC-78AC-40FB-ADD6-D1505F133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743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35ACCD-45D5-4B35-9598-CE118C970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AF15E6-820E-45AB-9C61-5F7A580A5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54E432-5EF6-426E-A5AD-E4E99FA69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271D6-E1E8-459D-9230-E19FD06FE12F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76F6BB-7D54-4026-AD21-1D7D11903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3AFBD9-4F9E-4C85-A6BF-F3960F4B8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0FC-78AC-40FB-ADD6-D1505F133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3692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28F83A-F992-40E5-A66D-DFD99B0DE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2B5F2A-6237-4FBF-80EF-947A6E09C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E09F30B-BF77-4D03-AEC5-6F6CC328B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6CA911-B3D0-497C-A0CF-824A95F17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271D6-E1E8-459D-9230-E19FD06FE12F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6F5741-322A-43D4-83D8-CF37E0325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38FBD1-C230-404C-AEA8-1EF217764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0FC-78AC-40FB-ADD6-D1505F133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5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9315F-21D2-429C-82DD-489D00974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F1E40B-400B-4FE8-A933-791310821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62F6F8-DF29-4930-88D2-72F9432FC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09EE0B5-9445-4E6F-BC0A-792AB6B045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32BE94D-EDA5-4C17-8298-35ABE7F473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86A2338-6019-4BCB-B1D8-D4252C45E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271D6-E1E8-459D-9230-E19FD06FE12F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4D99641-6950-48FE-ACF3-1BB0C6E9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6CAA445-0184-46C9-A1DE-EA1F3FE9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0FC-78AC-40FB-ADD6-D1505F133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63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4E1540-B085-4A4E-88AB-D783D267A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C2D174A-12D6-4DD5-AD23-37ED9C7CA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271D6-E1E8-459D-9230-E19FD06FE12F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3D6CCD-4EDB-4B8C-915F-2D5200263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145EA12-6A43-4A1A-B005-BAE0C8571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0FC-78AC-40FB-ADD6-D1505F133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40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A73EE8-D0FF-4D91-90E9-A9ADE5E12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271D6-E1E8-459D-9230-E19FD06FE12F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DA41C1D-61BA-4919-A848-B896C0119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978F6D-4224-4FEF-8392-2A5761E07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0FC-78AC-40FB-ADD6-D1505F133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715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2037B3-417E-4F28-A58A-B7E0E69FE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0D8749-8E24-41E2-9196-1251B7778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E8136B-E83E-4E67-8485-95430322C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9C603D-F318-4DA2-872F-C25E3B536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271D6-E1E8-459D-9230-E19FD06FE12F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C228AE-5BFA-4561-85E3-051C2E2C0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9B3E76-E548-445B-8136-A611028B5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0FC-78AC-40FB-ADD6-D1505F133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475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0F1B3-E8A4-4615-A2D4-030E6A081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68D8A71-AEF3-4D59-BE24-10E1E1447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B02158-3E3F-4AAA-8A23-6BAAB5FD7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2EBE3C-3C34-47B3-B9E3-3C5B4822A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271D6-E1E8-459D-9230-E19FD06FE12F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27D08F-3D38-4B7A-8D89-AA05163F1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63B4BE-F60B-4CF2-B432-D7316477A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0FC-78AC-40FB-ADD6-D1505F133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479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D43281-5117-4A88-A541-7B58A7D16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501504-D2A4-4CCE-B8FC-68DBCACCB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88A699-1A64-4560-89F2-AA2B69306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271D6-E1E8-459D-9230-E19FD06FE12F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ED5807-C8E7-49EB-9D14-9BBA8EEED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0B9808-FC55-461F-8970-88354A77C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0FC-78AC-40FB-ADD6-D1505F133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628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7F55AFF-73C9-4AC4-B9E3-461A7E62F1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629CCA-30A0-47A9-BEC7-FC6F94E1F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C9BCFD-6A15-4D4C-B029-50DCE1C96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271D6-E1E8-459D-9230-E19FD06FE12F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3B5A3C-5B4B-4DDD-BB7A-A09EF03DD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2493DD-3BA0-457B-B3BA-A233C90FC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0FC-78AC-40FB-ADD6-D1505F133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077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87CF32C-4B9A-437A-8ED5-C1AB65EED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3E6AB4-9CD5-4E05-A7DB-AAF4A18DE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BAABC3-C821-4F8C-9C61-8CE33E958B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6271D6-E1E8-459D-9230-E19FD06FE12F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9531A9-459F-4C8A-8DBB-46486B5D21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DF2CBC-170D-4865-B23C-FC28D0525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AF0FC-78AC-40FB-ADD6-D1505F133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14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customXml" Target="../ink/ink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5.xml"/><Relationship Id="rId5" Type="http://schemas.openxmlformats.org/officeDocument/2006/relationships/image" Target="../media/image3.png"/><Relationship Id="rId4" Type="http://schemas.openxmlformats.org/officeDocument/2006/relationships/customXml" Target="../ink/ink1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8.xml"/><Relationship Id="rId5" Type="http://schemas.openxmlformats.org/officeDocument/2006/relationships/image" Target="../media/image2.png"/><Relationship Id="rId4" Type="http://schemas.openxmlformats.org/officeDocument/2006/relationships/customXml" Target="../ink/ink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73BD39A5-BB5D-4DBB-AB50-0B6328D18D4B}"/>
              </a:ext>
            </a:extLst>
          </p:cNvPr>
          <p:cNvCxnSpPr>
            <a:cxnSpLocks/>
          </p:cNvCxnSpPr>
          <p:nvPr/>
        </p:nvCxnSpPr>
        <p:spPr>
          <a:xfrm flipV="1">
            <a:off x="0" y="1052713"/>
            <a:ext cx="12133089" cy="5109962"/>
          </a:xfrm>
          <a:prstGeom prst="bentConnector3">
            <a:avLst>
              <a:gd name="adj1" fmla="val 20741"/>
            </a:avLst>
          </a:prstGeom>
          <a:ln w="76200" cap="rnd" cmpd="sng">
            <a:gradFill>
              <a:gsLst>
                <a:gs pos="79000">
                  <a:srgbClr val="CEFAE8"/>
                </a:gs>
                <a:gs pos="2846">
                  <a:srgbClr val="00CC99"/>
                </a:gs>
                <a:gs pos="60000">
                  <a:srgbClr val="B2E6CB"/>
                </a:gs>
                <a:gs pos="28000">
                  <a:srgbClr val="94D1AC"/>
                </a:gs>
                <a:gs pos="100000">
                  <a:srgbClr val="D4F8EF"/>
                </a:gs>
              </a:gsLst>
              <a:lin ang="5400000" scaled="1"/>
            </a:gradFill>
            <a:prstDash val="sysDot"/>
            <a:round/>
          </a:ln>
          <a:effectLst>
            <a:glow rad="25400">
              <a:srgbClr val="CEFAE8">
                <a:alpha val="64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1FE07A3-BEEB-4C8D-A1B4-73BAB2A28DF7}"/>
              </a:ext>
            </a:extLst>
          </p:cNvPr>
          <p:cNvGrpSpPr/>
          <p:nvPr/>
        </p:nvGrpSpPr>
        <p:grpSpPr>
          <a:xfrm>
            <a:off x="4822252" y="0"/>
            <a:ext cx="5421312" cy="9848849"/>
            <a:chOff x="4083050" y="-24363"/>
            <a:chExt cx="2520000" cy="5760000"/>
          </a:xfrm>
          <a:solidFill>
            <a:schemeClr val="bg1"/>
          </a:solidFill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A58497A5-777D-417D-B69D-81428AD92E92}"/>
                </a:ext>
              </a:extLst>
            </p:cNvPr>
            <p:cNvSpPr/>
            <p:nvPr/>
          </p:nvSpPr>
          <p:spPr>
            <a:xfrm>
              <a:off x="4083050" y="-24363"/>
              <a:ext cx="2520000" cy="5760000"/>
            </a:xfrm>
            <a:prstGeom prst="roundRect">
              <a:avLst>
                <a:gd name="adj" fmla="val 10078"/>
              </a:avLst>
            </a:prstGeom>
            <a:grpFill/>
            <a:ln w="171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FD0E9947-D5A1-44A8-808F-44168DD7C0A7}"/>
                </a:ext>
              </a:extLst>
            </p:cNvPr>
            <p:cNvSpPr/>
            <p:nvPr/>
          </p:nvSpPr>
          <p:spPr>
            <a:xfrm>
              <a:off x="4872515" y="-24363"/>
              <a:ext cx="941070" cy="175260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171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35" name="말풍선: 모서리가 둥근 사각형 34">
            <a:extLst>
              <a:ext uri="{FF2B5EF4-FFF2-40B4-BE49-F238E27FC236}">
                <a16:creationId xmlns:a16="http://schemas.microsoft.com/office/drawing/2014/main" id="{4DA08128-03F8-4246-844F-2E800DD21D77}"/>
              </a:ext>
            </a:extLst>
          </p:cNvPr>
          <p:cNvSpPr/>
          <p:nvPr/>
        </p:nvSpPr>
        <p:spPr>
          <a:xfrm>
            <a:off x="8943518" y="1258938"/>
            <a:ext cx="2992718" cy="636953"/>
          </a:xfrm>
          <a:prstGeom prst="wedgeRoundRectCallout">
            <a:avLst>
              <a:gd name="adj1" fmla="val 54170"/>
              <a:gd name="adj2" fmla="val 47239"/>
              <a:gd name="adj3" fmla="val 16667"/>
            </a:avLst>
          </a:prstGeom>
          <a:solidFill>
            <a:srgbClr val="FAE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외국인 관광객을 위한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BFE5620-3CAC-4BB7-8B97-2702BFF26BD6}"/>
              </a:ext>
            </a:extLst>
          </p:cNvPr>
          <p:cNvSpPr txBox="1"/>
          <p:nvPr/>
        </p:nvSpPr>
        <p:spPr>
          <a:xfrm>
            <a:off x="133797" y="6256478"/>
            <a:ext cx="2796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페이퍼로지 7 Bold" pitchFamily="2" charset="-127"/>
                <a:ea typeface="페이퍼로지 7 Bold" pitchFamily="2" charset="-127"/>
              </a:rPr>
              <a:t>A206_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어디로 </a:t>
            </a:r>
            <a:r>
              <a:rPr lang="ko-KR" altLang="en-US" sz="2400" dirty="0" err="1">
                <a:latin typeface="페이퍼로지 7 Bold" pitchFamily="2" charset="-127"/>
                <a:ea typeface="페이퍼로지 7 Bold" pitchFamily="2" charset="-127"/>
              </a:rPr>
              <a:t>가조</a:t>
            </a:r>
            <a:endParaRPr lang="ko-KR" altLang="en-US" sz="24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D82B6E-7914-404B-A84E-E864DA4AFBA0}"/>
              </a:ext>
            </a:extLst>
          </p:cNvPr>
          <p:cNvSpPr txBox="1"/>
          <p:nvPr/>
        </p:nvSpPr>
        <p:spPr>
          <a:xfrm>
            <a:off x="3104281" y="1688339"/>
            <a:ext cx="5667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latin typeface="페이퍼로지 3 Light" pitchFamily="2" charset="-127"/>
                <a:ea typeface="페이퍼로지 3 Light" pitchFamily="2" charset="-127"/>
              </a:rPr>
              <a:t>+</a:t>
            </a:r>
            <a:endParaRPr lang="ko-KR" altLang="en-US" sz="900" dirty="0"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0E99D3B-8CE4-45F7-A2FD-E67F69325692}"/>
              </a:ext>
            </a:extLst>
          </p:cNvPr>
          <p:cNvSpPr txBox="1"/>
          <p:nvPr/>
        </p:nvSpPr>
        <p:spPr>
          <a:xfrm>
            <a:off x="471794" y="4881103"/>
            <a:ext cx="5667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latin typeface="페이퍼로지 3 Light" pitchFamily="2" charset="-127"/>
                <a:ea typeface="페이퍼로지 3 Light" pitchFamily="2" charset="-127"/>
              </a:rPr>
              <a:t>+</a:t>
            </a:r>
            <a:endParaRPr lang="ko-KR" altLang="en-US" sz="900" dirty="0"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8FF9756-612F-46BF-B732-43A96AA58D70}"/>
              </a:ext>
            </a:extLst>
          </p:cNvPr>
          <p:cNvSpPr txBox="1"/>
          <p:nvPr/>
        </p:nvSpPr>
        <p:spPr>
          <a:xfrm>
            <a:off x="1792101" y="4154370"/>
            <a:ext cx="5667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dirty="0">
                <a:solidFill>
                  <a:schemeClr val="bg1"/>
                </a:solidFill>
                <a:latin typeface="페이퍼로지 3 Light" pitchFamily="2" charset="-127"/>
                <a:ea typeface="페이퍼로지 3 Light" pitchFamily="2" charset="-127"/>
              </a:rPr>
              <a:t>+</a:t>
            </a:r>
            <a:endParaRPr lang="ko-KR" altLang="en-US" sz="700" dirty="0"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D59B4E6-D0EB-420C-837E-8CA2DD595E51}"/>
              </a:ext>
            </a:extLst>
          </p:cNvPr>
          <p:cNvSpPr txBox="1"/>
          <p:nvPr/>
        </p:nvSpPr>
        <p:spPr>
          <a:xfrm>
            <a:off x="10934401" y="1760219"/>
            <a:ext cx="5667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latin typeface="페이퍼로지 3 Light" pitchFamily="2" charset="-127"/>
                <a:ea typeface="페이퍼로지 3 Light" pitchFamily="2" charset="-127"/>
              </a:rPr>
              <a:t>+</a:t>
            </a:r>
            <a:endParaRPr lang="ko-KR" altLang="en-US" sz="900" dirty="0">
              <a:latin typeface="페이퍼로지 3 Light" pitchFamily="2" charset="-127"/>
              <a:ea typeface="페이퍼로지 3 Light" pitchFamily="2" charset="-127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4" name="잉크 43">
                <a:extLst>
                  <a:ext uri="{FF2B5EF4-FFF2-40B4-BE49-F238E27FC236}">
                    <a16:creationId xmlns:a16="http://schemas.microsoft.com/office/drawing/2014/main" id="{C181A533-811E-42B4-8D80-F69DBF8958A7}"/>
                  </a:ext>
                </a:extLst>
              </p14:cNvPr>
              <p14:cNvContentPartPr/>
              <p14:nvPr/>
            </p14:nvContentPartPr>
            <p14:xfrm>
              <a:off x="13249275" y="8057850"/>
              <a:ext cx="360" cy="360"/>
            </p14:xfrm>
          </p:contentPart>
        </mc:Choice>
        <mc:Fallback xmlns="">
          <p:pic>
            <p:nvPicPr>
              <p:cNvPr id="44" name="잉크 43">
                <a:extLst>
                  <a:ext uri="{FF2B5EF4-FFF2-40B4-BE49-F238E27FC236}">
                    <a16:creationId xmlns:a16="http://schemas.microsoft.com/office/drawing/2014/main" id="{C181A533-811E-42B4-8D80-F69DBF8958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240275" y="804921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2" name="잉크 51">
                <a:extLst>
                  <a:ext uri="{FF2B5EF4-FFF2-40B4-BE49-F238E27FC236}">
                    <a16:creationId xmlns:a16="http://schemas.microsoft.com/office/drawing/2014/main" id="{CF31DE15-8513-43AE-8CE2-A4B919DE9798}"/>
                  </a:ext>
                </a:extLst>
              </p14:cNvPr>
              <p14:cNvContentPartPr/>
              <p14:nvPr/>
            </p14:nvContentPartPr>
            <p14:xfrm flipH="1">
              <a:off x="4013810" y="253959"/>
              <a:ext cx="465674" cy="544795"/>
            </p14:xfrm>
          </p:contentPart>
        </mc:Choice>
        <mc:Fallback xmlns="">
          <p:pic>
            <p:nvPicPr>
              <p:cNvPr id="52" name="잉크 51">
                <a:extLst>
                  <a:ext uri="{FF2B5EF4-FFF2-40B4-BE49-F238E27FC236}">
                    <a16:creationId xmlns:a16="http://schemas.microsoft.com/office/drawing/2014/main" id="{CF31DE15-8513-43AE-8CE2-A4B919DE979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flipH="1">
                <a:off x="3995816" y="235955"/>
                <a:ext cx="501301" cy="5804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33" name="잉크 1032">
                <a:extLst>
                  <a:ext uri="{FF2B5EF4-FFF2-40B4-BE49-F238E27FC236}">
                    <a16:creationId xmlns:a16="http://schemas.microsoft.com/office/drawing/2014/main" id="{6E1ACA5B-69BC-4099-896A-14A2B1993957}"/>
                  </a:ext>
                </a:extLst>
              </p14:cNvPr>
              <p14:cNvContentPartPr/>
              <p14:nvPr/>
            </p14:nvContentPartPr>
            <p14:xfrm>
              <a:off x="703189" y="4154370"/>
              <a:ext cx="677610" cy="636953"/>
            </p14:xfrm>
          </p:contentPart>
        </mc:Choice>
        <mc:Fallback xmlns="">
          <p:pic>
            <p:nvPicPr>
              <p:cNvPr id="1033" name="잉크 1032">
                <a:extLst>
                  <a:ext uri="{FF2B5EF4-FFF2-40B4-BE49-F238E27FC236}">
                    <a16:creationId xmlns:a16="http://schemas.microsoft.com/office/drawing/2014/main" id="{6E1ACA5B-69BC-4099-896A-14A2B199395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7203" y="4118364"/>
                <a:ext cx="749221" cy="708606"/>
              </a:xfrm>
              <a:prstGeom prst="rect">
                <a:avLst/>
              </a:prstGeom>
            </p:spPr>
          </p:pic>
        </mc:Fallback>
      </mc:AlternateContent>
      <p:pic>
        <p:nvPicPr>
          <p:cNvPr id="1039" name="그림 1038">
            <a:extLst>
              <a:ext uri="{FF2B5EF4-FFF2-40B4-BE49-F238E27FC236}">
                <a16:creationId xmlns:a16="http://schemas.microsoft.com/office/drawing/2014/main" id="{E058466A-B46C-4AB3-A656-9FFCFDC5B3AA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 amt="39000"/>
          </a:blip>
          <a:srcRect b="52409"/>
          <a:stretch/>
        </p:blipFill>
        <p:spPr>
          <a:xfrm>
            <a:off x="1976481" y="3665285"/>
            <a:ext cx="7976027" cy="3192715"/>
          </a:xfrm>
          <a:prstGeom prst="rect">
            <a:avLst/>
          </a:prstGeom>
        </p:spPr>
      </p:pic>
      <p:sp>
        <p:nvSpPr>
          <p:cNvPr id="40" name="말풍선: 모서리가 둥근 사각형 39">
            <a:extLst>
              <a:ext uri="{FF2B5EF4-FFF2-40B4-BE49-F238E27FC236}">
                <a16:creationId xmlns:a16="http://schemas.microsoft.com/office/drawing/2014/main" id="{7A81C723-0F2D-425A-A366-BCE878793D33}"/>
              </a:ext>
            </a:extLst>
          </p:cNvPr>
          <p:cNvSpPr/>
          <p:nvPr/>
        </p:nvSpPr>
        <p:spPr>
          <a:xfrm>
            <a:off x="2083988" y="4633631"/>
            <a:ext cx="4281978" cy="636953"/>
          </a:xfrm>
          <a:prstGeom prst="wedgeRoundRectCallout">
            <a:avLst>
              <a:gd name="adj1" fmla="val -55951"/>
              <a:gd name="adj2" fmla="val 47240"/>
              <a:gd name="adj3" fmla="val 16667"/>
            </a:avLst>
          </a:prstGeom>
          <a:solidFill>
            <a:srgbClr val="FAE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지하철 역사 실내 </a:t>
            </a:r>
            <a:r>
              <a:rPr lang="ko-KR" alt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길찾기</a:t>
            </a: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 서비스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07BF82-81A1-45A9-AA93-C21A9C25FAE3}"/>
              </a:ext>
            </a:extLst>
          </p:cNvPr>
          <p:cNvSpPr txBox="1"/>
          <p:nvPr/>
        </p:nvSpPr>
        <p:spPr>
          <a:xfrm>
            <a:off x="4982192" y="2215378"/>
            <a:ext cx="510143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0" dirty="0" err="1">
                <a:latin typeface="페이퍼로지 9 Black" pitchFamily="2" charset="-127"/>
                <a:ea typeface="페이퍼로지 9 Black" pitchFamily="2" charset="-127"/>
              </a:rPr>
              <a:t>PinGo</a:t>
            </a:r>
            <a:endParaRPr lang="ko-KR" altLang="en-US" sz="12000" dirty="0">
              <a:latin typeface="페이퍼로지 9 Black" pitchFamily="2" charset="-127"/>
              <a:ea typeface="페이퍼로지 9 Black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2803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4" name="잉크 43">
                <a:extLst>
                  <a:ext uri="{FF2B5EF4-FFF2-40B4-BE49-F238E27FC236}">
                    <a16:creationId xmlns:a16="http://schemas.microsoft.com/office/drawing/2014/main" id="{C181A533-811E-42B4-8D80-F69DBF8958A7}"/>
                  </a:ext>
                </a:extLst>
              </p14:cNvPr>
              <p14:cNvContentPartPr/>
              <p14:nvPr/>
            </p14:nvContentPartPr>
            <p14:xfrm>
              <a:off x="13249275" y="8057850"/>
              <a:ext cx="360" cy="360"/>
            </p14:xfrm>
          </p:contentPart>
        </mc:Choice>
        <mc:Fallback xmlns="">
          <p:pic>
            <p:nvPicPr>
              <p:cNvPr id="44" name="잉크 43">
                <a:extLst>
                  <a:ext uri="{FF2B5EF4-FFF2-40B4-BE49-F238E27FC236}">
                    <a16:creationId xmlns:a16="http://schemas.microsoft.com/office/drawing/2014/main" id="{C181A533-811E-42B4-8D80-F69DBF8958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240275" y="804921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53E3572C-2B2E-4313-A8E6-C64681DEA4D6}"/>
              </a:ext>
            </a:extLst>
          </p:cNvPr>
          <p:cNvSpPr txBox="1"/>
          <p:nvPr/>
        </p:nvSpPr>
        <p:spPr>
          <a:xfrm>
            <a:off x="327961" y="1743031"/>
            <a:ext cx="115360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>
                <a:latin typeface="페이퍼로지 7 Bold" pitchFamily="2" charset="-127"/>
                <a:ea typeface="페이퍼로지 7 Bold" pitchFamily="2" charset="-127"/>
              </a:rPr>
              <a:t>시연 시나리오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FC6A375-4BB5-4DB1-B179-CA60358BC271}"/>
              </a:ext>
            </a:extLst>
          </p:cNvPr>
          <p:cNvGrpSpPr/>
          <p:nvPr/>
        </p:nvGrpSpPr>
        <p:grpSpPr>
          <a:xfrm>
            <a:off x="720" y="2920280"/>
            <a:ext cx="13248915" cy="5414155"/>
            <a:chOff x="720" y="2644055"/>
            <a:chExt cx="13248915" cy="541415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58F651EE-4437-41F7-AC67-5D732263032A}"/>
                    </a:ext>
                  </a:extLst>
                </p14:cNvPr>
                <p14:cNvContentPartPr/>
                <p14:nvPr/>
              </p14:nvContentPartPr>
              <p14:xfrm>
                <a:off x="13249275" y="8057850"/>
                <a:ext cx="360" cy="360"/>
              </p14:xfrm>
            </p:contentPart>
          </mc:Choice>
          <mc:Fallback xmlns=""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58F651EE-4437-41F7-AC67-5D732263032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240275" y="80492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B925DD04-0DE4-41C6-B37B-0E5ED9A519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alphaModFix amt="66000"/>
            </a:blip>
            <a:srcRect t="9273" b="35524"/>
            <a:stretch/>
          </p:blipFill>
          <p:spPr>
            <a:xfrm>
              <a:off x="720" y="2644055"/>
              <a:ext cx="12191280" cy="4210050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0ADFAEF8-2EED-45B2-80FC-0C4CFD918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1990" y="4360715"/>
              <a:ext cx="1386028" cy="488375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033A1DC7-8008-4CF5-91BB-0917A28CCD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86409" y="3243261"/>
              <a:ext cx="1019182" cy="371478"/>
            </a:xfrm>
            <a:prstGeom prst="rect">
              <a:avLst/>
            </a:prstGeom>
          </p:spPr>
        </p:pic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6608BB76-00EA-4D62-AF4D-F3562FFDD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86900" y="3688501"/>
              <a:ext cx="1732128" cy="371478"/>
            </a:xfrm>
            <a:prstGeom prst="rect">
              <a:avLst/>
            </a:prstGeom>
          </p:spPr>
        </p:pic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3B7C1AD4-DA59-437D-9FC5-9F6B791A7E7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76457" y="4419163"/>
              <a:ext cx="1857743" cy="371478"/>
            </a:xfrm>
            <a:prstGeom prst="rect">
              <a:avLst/>
            </a:prstGeom>
          </p:spPr>
        </p:pic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E91B3FE3-0C36-4DED-9A55-7425B7175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44500" y="4519658"/>
              <a:ext cx="1019182" cy="371478"/>
            </a:xfrm>
            <a:prstGeom prst="rect">
              <a:avLst/>
            </a:prstGeom>
          </p:spPr>
        </p:pic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551D51C6-B291-4B02-856F-F4C1306FF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74535" y="5425352"/>
              <a:ext cx="1652591" cy="371478"/>
            </a:xfrm>
            <a:prstGeom prst="rect">
              <a:avLst/>
            </a:prstGeom>
          </p:spPr>
        </p:pic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089B8343-08C7-411E-984B-E4C75E369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929808" y="4419163"/>
              <a:ext cx="1440873" cy="3714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0115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4" name="잉크 43">
                <a:extLst>
                  <a:ext uri="{FF2B5EF4-FFF2-40B4-BE49-F238E27FC236}">
                    <a16:creationId xmlns:a16="http://schemas.microsoft.com/office/drawing/2014/main" id="{C181A533-811E-42B4-8D80-F69DBF8958A7}"/>
                  </a:ext>
                </a:extLst>
              </p14:cNvPr>
              <p14:cNvContentPartPr/>
              <p14:nvPr/>
            </p14:nvContentPartPr>
            <p14:xfrm>
              <a:off x="13249275" y="8057850"/>
              <a:ext cx="360" cy="360"/>
            </p14:xfrm>
          </p:contentPart>
        </mc:Choice>
        <mc:Fallback xmlns="">
          <p:pic>
            <p:nvPicPr>
              <p:cNvPr id="44" name="잉크 43">
                <a:extLst>
                  <a:ext uri="{FF2B5EF4-FFF2-40B4-BE49-F238E27FC236}">
                    <a16:creationId xmlns:a16="http://schemas.microsoft.com/office/drawing/2014/main" id="{C181A533-811E-42B4-8D80-F69DBF8958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240275" y="804921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6B5B8367-8624-44FD-9431-7BF471672146}"/>
              </a:ext>
            </a:extLst>
          </p:cNvPr>
          <p:cNvSpPr txBox="1"/>
          <p:nvPr/>
        </p:nvSpPr>
        <p:spPr>
          <a:xfrm>
            <a:off x="399191" y="384532"/>
            <a:ext cx="4801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/>
            <a:r>
              <a:rPr lang="en-US" altLang="ko-KR" sz="3200" dirty="0">
                <a:solidFill>
                  <a:schemeClr val="bg2">
                    <a:lumMod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01. </a:t>
            </a:r>
            <a:r>
              <a:rPr lang="ko-KR" altLang="en-US" sz="3200" dirty="0" err="1">
                <a:solidFill>
                  <a:schemeClr val="bg2">
                    <a:lumMod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길찾기</a:t>
            </a:r>
            <a:r>
              <a:rPr lang="ko-KR" altLang="en-US" sz="3200" dirty="0">
                <a:solidFill>
                  <a:schemeClr val="bg2">
                    <a:lumMod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 페이지 진입 단계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AAE7F9B-D391-4FAC-B39B-2DC52B9EF1E4}"/>
              </a:ext>
            </a:extLst>
          </p:cNvPr>
          <p:cNvCxnSpPr>
            <a:cxnSpLocks/>
          </p:cNvCxnSpPr>
          <p:nvPr/>
        </p:nvCxnSpPr>
        <p:spPr>
          <a:xfrm flipV="1">
            <a:off x="421990" y="997889"/>
            <a:ext cx="651160" cy="1"/>
          </a:xfrm>
          <a:prstGeom prst="line">
            <a:avLst/>
          </a:prstGeom>
          <a:ln w="76200">
            <a:solidFill>
              <a:srgbClr val="94D1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3866D40-24C8-4692-98F7-0E1F81BF2312}"/>
              </a:ext>
            </a:extLst>
          </p:cNvPr>
          <p:cNvGrpSpPr/>
          <p:nvPr/>
        </p:nvGrpSpPr>
        <p:grpSpPr>
          <a:xfrm>
            <a:off x="1721426" y="1098865"/>
            <a:ext cx="8657869" cy="4282289"/>
            <a:chOff x="372404" y="1515842"/>
            <a:chExt cx="8657869" cy="4282289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EFB416AC-AE7E-4A65-9368-B231D6B25A39}"/>
                </a:ext>
              </a:extLst>
            </p:cNvPr>
            <p:cNvGrpSpPr/>
            <p:nvPr/>
          </p:nvGrpSpPr>
          <p:grpSpPr>
            <a:xfrm>
              <a:off x="372404" y="1515842"/>
              <a:ext cx="1853573" cy="4282289"/>
              <a:chOff x="372404" y="1515842"/>
              <a:chExt cx="1853573" cy="4282289"/>
            </a:xfrm>
          </p:grpSpPr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65F36972-4F57-42C1-8C45-157D1B4C45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9190" y="1515842"/>
                <a:ext cx="1800000" cy="3826315"/>
              </a:xfrm>
              <a:prstGeom prst="round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03DC45E-1D87-4B49-9ECA-DEA7D2D8AC63}"/>
                  </a:ext>
                </a:extLst>
              </p:cNvPr>
              <p:cNvSpPr txBox="1"/>
              <p:nvPr/>
            </p:nvSpPr>
            <p:spPr>
              <a:xfrm>
                <a:off x="372404" y="5398021"/>
                <a:ext cx="18535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2000" dirty="0">
                    <a:latin typeface="페이퍼로지 6 SemiBold" pitchFamily="2" charset="-127"/>
                    <a:ea typeface="페이퍼로지 6 SemiBold" pitchFamily="2" charset="-127"/>
                  </a:rPr>
                  <a:t>스타트 페이지</a:t>
                </a:r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D092213C-B563-4F1B-A707-299D2D75BD80}"/>
                </a:ext>
              </a:extLst>
            </p:cNvPr>
            <p:cNvGrpSpPr/>
            <p:nvPr/>
          </p:nvGrpSpPr>
          <p:grpSpPr>
            <a:xfrm>
              <a:off x="2468077" y="1515842"/>
              <a:ext cx="2031518" cy="4272807"/>
              <a:chOff x="2556897" y="1515842"/>
              <a:chExt cx="2031518" cy="4272807"/>
            </a:xfrm>
          </p:grpSpPr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214A56D8-B38D-426C-8A0A-449BF59E77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72656" y="1515842"/>
                <a:ext cx="1800000" cy="3826315"/>
              </a:xfrm>
              <a:prstGeom prst="round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E4B3882-F5DC-428B-A1AE-54DDCC62CA20}"/>
                  </a:ext>
                </a:extLst>
              </p:cNvPr>
              <p:cNvSpPr txBox="1"/>
              <p:nvPr/>
            </p:nvSpPr>
            <p:spPr>
              <a:xfrm>
                <a:off x="2556897" y="5388539"/>
                <a:ext cx="20315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2000" dirty="0">
                    <a:latin typeface="페이퍼로지 6 SemiBold" pitchFamily="2" charset="-127"/>
                    <a:ea typeface="페이퍼로지 6 SemiBold" pitchFamily="2" charset="-127"/>
                  </a:rPr>
                  <a:t>서비스 요약설명</a:t>
                </a:r>
                <a:r>
                  <a:rPr lang="en-US" altLang="ko-KR" sz="2000" dirty="0">
                    <a:latin typeface="페이퍼로지 6 SemiBold" pitchFamily="2" charset="-127"/>
                    <a:ea typeface="페이퍼로지 6 SemiBold" pitchFamily="2" charset="-127"/>
                  </a:rPr>
                  <a:t>1</a:t>
                </a:r>
                <a:endParaRPr lang="ko-KR" altLang="en-US" sz="2000" dirty="0">
                  <a:latin typeface="페이퍼로지 6 SemiBold" pitchFamily="2" charset="-127"/>
                  <a:ea typeface="페이퍼로지 6 SemiBold" pitchFamily="2" charset="-127"/>
                </a:endParaRPr>
              </a:p>
            </p:txBody>
          </p: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B2BFB97C-D999-44C3-8EF2-FC08FA610421}"/>
                </a:ext>
              </a:extLst>
            </p:cNvPr>
            <p:cNvGrpSpPr/>
            <p:nvPr/>
          </p:nvGrpSpPr>
          <p:grpSpPr>
            <a:xfrm>
              <a:off x="4741695" y="1515842"/>
              <a:ext cx="2014960" cy="4272807"/>
              <a:chOff x="4838642" y="1515842"/>
              <a:chExt cx="2014960" cy="4272807"/>
            </a:xfrm>
          </p:grpSpPr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417B93B4-5642-45FD-A733-DAAD5CF504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46122" y="1515842"/>
                <a:ext cx="1800000" cy="3826315"/>
              </a:xfrm>
              <a:prstGeom prst="round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03CB606-7303-45E2-A3DA-E89FD5434C0B}"/>
                  </a:ext>
                </a:extLst>
              </p:cNvPr>
              <p:cNvSpPr txBox="1"/>
              <p:nvPr/>
            </p:nvSpPr>
            <p:spPr>
              <a:xfrm>
                <a:off x="4838642" y="5388539"/>
                <a:ext cx="20149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2000" dirty="0">
                    <a:latin typeface="페이퍼로지 6 SemiBold" pitchFamily="2" charset="-127"/>
                    <a:ea typeface="페이퍼로지 6 SemiBold" pitchFamily="2" charset="-127"/>
                  </a:rPr>
                  <a:t>서비스 요약설명</a:t>
                </a:r>
                <a:r>
                  <a:rPr lang="en-US" altLang="ko-KR" sz="2000" dirty="0">
                    <a:latin typeface="페이퍼로지 6 SemiBold" pitchFamily="2" charset="-127"/>
                    <a:ea typeface="페이퍼로지 6 SemiBold" pitchFamily="2" charset="-127"/>
                  </a:rPr>
                  <a:t>2</a:t>
                </a:r>
                <a:endParaRPr lang="ko-KR" altLang="en-US" sz="2000" dirty="0">
                  <a:latin typeface="페이퍼로지 6 SemiBold" pitchFamily="2" charset="-127"/>
                  <a:ea typeface="페이퍼로지 6 SemiBold" pitchFamily="2" charset="-127"/>
                </a:endParaRPr>
              </a:p>
            </p:txBody>
          </p:sp>
        </p:grp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8249D46D-38F0-48A4-A9F0-48B2E564548D}"/>
                </a:ext>
              </a:extLst>
            </p:cNvPr>
            <p:cNvGrpSpPr/>
            <p:nvPr/>
          </p:nvGrpSpPr>
          <p:grpSpPr>
            <a:xfrm>
              <a:off x="6998755" y="1515842"/>
              <a:ext cx="2031518" cy="4270582"/>
              <a:chOff x="7103828" y="1515842"/>
              <a:chExt cx="2031518" cy="4270582"/>
            </a:xfrm>
          </p:grpSpPr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21ABADF3-701A-4DC2-98E0-D8108150EF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19587" y="1515842"/>
                <a:ext cx="1800000" cy="3826315"/>
              </a:xfrm>
              <a:prstGeom prst="round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79AA038-AB6A-493D-9586-283E2A06C21C}"/>
                  </a:ext>
                </a:extLst>
              </p:cNvPr>
              <p:cNvSpPr txBox="1"/>
              <p:nvPr/>
            </p:nvSpPr>
            <p:spPr>
              <a:xfrm>
                <a:off x="7103828" y="5386314"/>
                <a:ext cx="20315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2000" dirty="0">
                    <a:latin typeface="페이퍼로지 6 SemiBold" pitchFamily="2" charset="-127"/>
                    <a:ea typeface="페이퍼로지 6 SemiBold" pitchFamily="2" charset="-127"/>
                  </a:rPr>
                  <a:t>서비스 요약설명</a:t>
                </a:r>
                <a:r>
                  <a:rPr lang="en-US" altLang="ko-KR" sz="2000" dirty="0">
                    <a:latin typeface="페이퍼로지 6 SemiBold" pitchFamily="2" charset="-127"/>
                    <a:ea typeface="페이퍼로지 6 SemiBold" pitchFamily="2" charset="-127"/>
                  </a:rPr>
                  <a:t>3</a:t>
                </a:r>
                <a:endParaRPr lang="ko-KR" altLang="en-US" sz="2000" dirty="0">
                  <a:latin typeface="페이퍼로지 6 SemiBold" pitchFamily="2" charset="-127"/>
                  <a:ea typeface="페이퍼로지 6 SemiBold" pitchFamily="2" charset="-127"/>
                </a:endParaRPr>
              </a:p>
            </p:txBody>
          </p:sp>
        </p:grpSp>
      </p:grp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A355109-90CE-4566-92B0-A7F19E27C12B}"/>
              </a:ext>
            </a:extLst>
          </p:cNvPr>
          <p:cNvSpPr/>
          <p:nvPr/>
        </p:nvSpPr>
        <p:spPr>
          <a:xfrm>
            <a:off x="8374314" y="4437363"/>
            <a:ext cx="1978444" cy="548293"/>
          </a:xfrm>
          <a:prstGeom prst="rect">
            <a:avLst/>
          </a:prstGeom>
          <a:noFill/>
          <a:ln w="12700">
            <a:solidFill>
              <a:srgbClr val="FF006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AEF05C-CD46-4622-86B3-C787A2E0CDCA}"/>
              </a:ext>
            </a:extLst>
          </p:cNvPr>
          <p:cNvSpPr txBox="1"/>
          <p:nvPr/>
        </p:nvSpPr>
        <p:spPr>
          <a:xfrm>
            <a:off x="2169455" y="5811664"/>
            <a:ext cx="7842523" cy="451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스타트 페이지에서 </a:t>
            </a:r>
            <a:r>
              <a:rPr lang="en-US" altLang="ko-KR" dirty="0" err="1">
                <a:latin typeface="페이퍼로지 4 Regular" pitchFamily="2" charset="-127"/>
                <a:ea typeface="페이퍼로지 4 Regular" pitchFamily="2" charset="-127"/>
              </a:rPr>
              <a:t>PinGo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의 주요 기능을 확인하고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dirty="0" err="1">
                <a:latin typeface="페이퍼로지 4 Regular" pitchFamily="2" charset="-127"/>
                <a:ea typeface="페이퍼로지 4 Regular" pitchFamily="2" charset="-127"/>
              </a:rPr>
              <a:t>길찾기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 서비스를 시작합니다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2157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4" name="잉크 43">
                <a:extLst>
                  <a:ext uri="{FF2B5EF4-FFF2-40B4-BE49-F238E27FC236}">
                    <a16:creationId xmlns:a16="http://schemas.microsoft.com/office/drawing/2014/main" id="{C181A533-811E-42B4-8D80-F69DBF8958A7}"/>
                  </a:ext>
                </a:extLst>
              </p14:cNvPr>
              <p14:cNvContentPartPr/>
              <p14:nvPr/>
            </p14:nvContentPartPr>
            <p14:xfrm>
              <a:off x="13249275" y="8057850"/>
              <a:ext cx="360" cy="360"/>
            </p14:xfrm>
          </p:contentPart>
        </mc:Choice>
        <mc:Fallback xmlns="">
          <p:pic>
            <p:nvPicPr>
              <p:cNvPr id="44" name="잉크 43">
                <a:extLst>
                  <a:ext uri="{FF2B5EF4-FFF2-40B4-BE49-F238E27FC236}">
                    <a16:creationId xmlns:a16="http://schemas.microsoft.com/office/drawing/2014/main" id="{C181A533-811E-42B4-8D80-F69DBF8958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240275" y="8049210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22" name="그림 21">
            <a:extLst>
              <a:ext uri="{FF2B5EF4-FFF2-40B4-BE49-F238E27FC236}">
                <a16:creationId xmlns:a16="http://schemas.microsoft.com/office/drawing/2014/main" id="{CC9C769A-5D22-45B9-B53A-E5E7ABA4F0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7028" y="1080889"/>
            <a:ext cx="1800000" cy="3826315"/>
          </a:xfrm>
          <a:prstGeom prst="round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241FABDA-2352-4FEA-ADCE-4473AB89C9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4972" y="1080889"/>
            <a:ext cx="1800000" cy="3826315"/>
          </a:xfrm>
          <a:prstGeom prst="round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07255DE-BA3F-45D1-9CC7-11BB53B1BB5D}"/>
              </a:ext>
            </a:extLst>
          </p:cNvPr>
          <p:cNvSpPr txBox="1"/>
          <p:nvPr/>
        </p:nvSpPr>
        <p:spPr>
          <a:xfrm>
            <a:off x="5169214" y="4919912"/>
            <a:ext cx="18535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atin typeface="페이퍼로지 6 SemiBold" pitchFamily="2" charset="-127"/>
                <a:ea typeface="페이퍼로지 6 SemiBold" pitchFamily="2" charset="-127"/>
              </a:rPr>
              <a:t>언어 선택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375C04-BAB8-4619-9940-A0E3E8ABADA5}"/>
              </a:ext>
            </a:extLst>
          </p:cNvPr>
          <p:cNvSpPr txBox="1"/>
          <p:nvPr/>
        </p:nvSpPr>
        <p:spPr>
          <a:xfrm>
            <a:off x="399191" y="384532"/>
            <a:ext cx="4801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/>
            <a:r>
              <a:rPr lang="en-US" altLang="ko-KR" sz="3200" dirty="0">
                <a:solidFill>
                  <a:schemeClr val="bg2">
                    <a:lumMod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02. </a:t>
            </a:r>
            <a:r>
              <a:rPr lang="ko-KR" altLang="en-US" sz="3200" dirty="0">
                <a:solidFill>
                  <a:schemeClr val="bg2">
                    <a:lumMod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언어 선택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F3481C04-9533-4A4B-BCD1-CD7071B0A05B}"/>
              </a:ext>
            </a:extLst>
          </p:cNvPr>
          <p:cNvCxnSpPr>
            <a:cxnSpLocks/>
          </p:cNvCxnSpPr>
          <p:nvPr/>
        </p:nvCxnSpPr>
        <p:spPr>
          <a:xfrm flipV="1">
            <a:off x="421990" y="997889"/>
            <a:ext cx="651160" cy="1"/>
          </a:xfrm>
          <a:prstGeom prst="line">
            <a:avLst/>
          </a:prstGeom>
          <a:ln w="76200">
            <a:solidFill>
              <a:srgbClr val="94D1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80883D2-695C-46B6-8B89-4EC6424F0CE5}"/>
              </a:ext>
            </a:extLst>
          </p:cNvPr>
          <p:cNvSpPr/>
          <p:nvPr/>
        </p:nvSpPr>
        <p:spPr>
          <a:xfrm>
            <a:off x="6108232" y="3357563"/>
            <a:ext cx="1978444" cy="1628094"/>
          </a:xfrm>
          <a:prstGeom prst="rect">
            <a:avLst/>
          </a:prstGeom>
          <a:noFill/>
          <a:ln w="12700">
            <a:solidFill>
              <a:srgbClr val="FF006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F8ED2B-395B-48F9-8D4E-2378ED17636B}"/>
              </a:ext>
            </a:extLst>
          </p:cNvPr>
          <p:cNvSpPr txBox="1"/>
          <p:nvPr/>
        </p:nvSpPr>
        <p:spPr>
          <a:xfrm>
            <a:off x="2174738" y="5502315"/>
            <a:ext cx="7842523" cy="866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한국어와 영어 중 원하는 언어를 선택한 후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‘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계속하기’ 버튼을 눌러 </a:t>
            </a:r>
            <a:r>
              <a:rPr lang="ko-KR" altLang="en-US" dirty="0" err="1">
                <a:latin typeface="페이퍼로지 4 Regular" pitchFamily="2" charset="-127"/>
                <a:ea typeface="페이퍼로지 4 Regular" pitchFamily="2" charset="-127"/>
              </a:rPr>
              <a:t>길찾기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 메인 화면으로 이동합니다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7717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4" name="잉크 43">
                <a:extLst>
                  <a:ext uri="{FF2B5EF4-FFF2-40B4-BE49-F238E27FC236}">
                    <a16:creationId xmlns:a16="http://schemas.microsoft.com/office/drawing/2014/main" id="{C181A533-811E-42B4-8D80-F69DBF8958A7}"/>
                  </a:ext>
                </a:extLst>
              </p14:cNvPr>
              <p14:cNvContentPartPr/>
              <p14:nvPr/>
            </p14:nvContentPartPr>
            <p14:xfrm>
              <a:off x="13249275" y="8057850"/>
              <a:ext cx="360" cy="360"/>
            </p14:xfrm>
          </p:contentPart>
        </mc:Choice>
        <mc:Fallback xmlns="">
          <p:pic>
            <p:nvPicPr>
              <p:cNvPr id="44" name="잉크 43">
                <a:extLst>
                  <a:ext uri="{FF2B5EF4-FFF2-40B4-BE49-F238E27FC236}">
                    <a16:creationId xmlns:a16="http://schemas.microsoft.com/office/drawing/2014/main" id="{C181A533-811E-42B4-8D80-F69DBF8958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240275" y="8049210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1E8FA3B4-B1E4-4396-BFC7-023CAD230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7079" y="1099656"/>
            <a:ext cx="1628787" cy="3462363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69F688F-0BBF-4DAD-9792-C11C009E77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1606" y="1095312"/>
            <a:ext cx="1628787" cy="3462363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F8CBA21-F6F1-4AE1-8D54-9E710A8401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2181" y="1095312"/>
            <a:ext cx="1628787" cy="3462363"/>
          </a:xfrm>
          <a:prstGeom prst="round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27F0CAC-AE7C-470B-9856-6E5BB02C9ADD}"/>
              </a:ext>
            </a:extLst>
          </p:cNvPr>
          <p:cNvSpPr txBox="1"/>
          <p:nvPr/>
        </p:nvSpPr>
        <p:spPr>
          <a:xfrm>
            <a:off x="399191" y="384532"/>
            <a:ext cx="4801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/>
            <a:r>
              <a:rPr lang="en-US" altLang="ko-KR" sz="3200" dirty="0">
                <a:solidFill>
                  <a:schemeClr val="bg2">
                    <a:lumMod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03. </a:t>
            </a:r>
            <a:r>
              <a:rPr lang="ko-KR" altLang="en-US" sz="3200" dirty="0">
                <a:solidFill>
                  <a:schemeClr val="bg2">
                    <a:lumMod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출발지 및 목적지 설정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EAC84229-84A1-4576-8C3F-3FC5A8B612FA}"/>
              </a:ext>
            </a:extLst>
          </p:cNvPr>
          <p:cNvCxnSpPr>
            <a:cxnSpLocks/>
          </p:cNvCxnSpPr>
          <p:nvPr/>
        </p:nvCxnSpPr>
        <p:spPr>
          <a:xfrm flipV="1">
            <a:off x="421990" y="997889"/>
            <a:ext cx="651160" cy="1"/>
          </a:xfrm>
          <a:prstGeom prst="line">
            <a:avLst/>
          </a:prstGeom>
          <a:ln w="76200">
            <a:solidFill>
              <a:srgbClr val="94D1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A137E77F-8EA1-4081-BE94-67C6ED892DAC}"/>
              </a:ext>
            </a:extLst>
          </p:cNvPr>
          <p:cNvSpPr/>
          <p:nvPr/>
        </p:nvSpPr>
        <p:spPr>
          <a:xfrm>
            <a:off x="3281742" y="2653443"/>
            <a:ext cx="1817581" cy="1178061"/>
          </a:xfrm>
          <a:prstGeom prst="rect">
            <a:avLst/>
          </a:prstGeom>
          <a:noFill/>
          <a:ln w="12700">
            <a:solidFill>
              <a:srgbClr val="FF006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1182E84-63DB-4A7C-AEA9-AC5A73ECE410}"/>
              </a:ext>
            </a:extLst>
          </p:cNvPr>
          <p:cNvSpPr/>
          <p:nvPr/>
        </p:nvSpPr>
        <p:spPr>
          <a:xfrm>
            <a:off x="5165233" y="2985357"/>
            <a:ext cx="1817581" cy="1572318"/>
          </a:xfrm>
          <a:prstGeom prst="rect">
            <a:avLst/>
          </a:prstGeom>
          <a:noFill/>
          <a:ln w="12700">
            <a:solidFill>
              <a:srgbClr val="FF006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CAE1F1E-0C90-47C1-B524-E222129A0086}"/>
              </a:ext>
            </a:extLst>
          </p:cNvPr>
          <p:cNvSpPr/>
          <p:nvPr/>
        </p:nvSpPr>
        <p:spPr>
          <a:xfrm>
            <a:off x="7048724" y="2653443"/>
            <a:ext cx="1817581" cy="1904232"/>
          </a:xfrm>
          <a:prstGeom prst="rect">
            <a:avLst/>
          </a:prstGeom>
          <a:noFill/>
          <a:ln w="12700">
            <a:solidFill>
              <a:srgbClr val="FF006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7C7A92-1BAD-4F6B-8873-8ADDD68D4263}"/>
              </a:ext>
            </a:extLst>
          </p:cNvPr>
          <p:cNvSpPr txBox="1"/>
          <p:nvPr/>
        </p:nvSpPr>
        <p:spPr>
          <a:xfrm>
            <a:off x="2188752" y="5414294"/>
            <a:ext cx="7842523" cy="866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출발역과 목적지를 순서대로 선택합니다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 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설정한 경로를 확인하거나 수정한 후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b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</a:b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‘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이 경로로 촬영 시작’ 버튼을 눌러 현재 위치 확인을 진행합니다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51EAD0-9F02-4241-9A84-66BED54C415E}"/>
              </a:ext>
            </a:extLst>
          </p:cNvPr>
          <p:cNvSpPr txBox="1"/>
          <p:nvPr/>
        </p:nvSpPr>
        <p:spPr>
          <a:xfrm>
            <a:off x="3263745" y="4557675"/>
            <a:ext cx="18535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atin typeface="페이퍼로지 6 SemiBold" pitchFamily="2" charset="-127"/>
                <a:ea typeface="페이퍼로지 6 SemiBold" pitchFamily="2" charset="-127"/>
              </a:rPr>
              <a:t>출발지 선택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C81141-AF7A-45CE-A863-6FF0E3C2C709}"/>
              </a:ext>
            </a:extLst>
          </p:cNvPr>
          <p:cNvSpPr txBox="1"/>
          <p:nvPr/>
        </p:nvSpPr>
        <p:spPr>
          <a:xfrm>
            <a:off x="5183228" y="4557675"/>
            <a:ext cx="18535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atin typeface="페이퍼로지 6 SemiBold" pitchFamily="2" charset="-127"/>
                <a:ea typeface="페이퍼로지 6 SemiBold" pitchFamily="2" charset="-127"/>
              </a:rPr>
              <a:t>목적지 선택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3D59FD-36AB-490E-B486-D94F41E1BD98}"/>
              </a:ext>
            </a:extLst>
          </p:cNvPr>
          <p:cNvSpPr txBox="1"/>
          <p:nvPr/>
        </p:nvSpPr>
        <p:spPr>
          <a:xfrm>
            <a:off x="7026766" y="4557675"/>
            <a:ext cx="18535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atin typeface="페이퍼로지 6 SemiBold" pitchFamily="2" charset="-127"/>
                <a:ea typeface="페이퍼로지 6 SemiBold" pitchFamily="2" charset="-127"/>
              </a:rPr>
              <a:t>수정 및 확인</a:t>
            </a:r>
          </a:p>
        </p:txBody>
      </p:sp>
    </p:spTree>
    <p:extLst>
      <p:ext uri="{BB962C8B-B14F-4D97-AF65-F5344CB8AC3E}">
        <p14:creationId xmlns:p14="http://schemas.microsoft.com/office/powerpoint/2010/main" val="3826299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4" name="잉크 43">
                <a:extLst>
                  <a:ext uri="{FF2B5EF4-FFF2-40B4-BE49-F238E27FC236}">
                    <a16:creationId xmlns:a16="http://schemas.microsoft.com/office/drawing/2014/main" id="{C181A533-811E-42B4-8D80-F69DBF8958A7}"/>
                  </a:ext>
                </a:extLst>
              </p14:cNvPr>
              <p14:cNvContentPartPr/>
              <p14:nvPr/>
            </p14:nvContentPartPr>
            <p14:xfrm>
              <a:off x="13249275" y="8057850"/>
              <a:ext cx="360" cy="360"/>
            </p14:xfrm>
          </p:contentPart>
        </mc:Choice>
        <mc:Fallback xmlns="">
          <p:pic>
            <p:nvPicPr>
              <p:cNvPr id="44" name="잉크 43">
                <a:extLst>
                  <a:ext uri="{FF2B5EF4-FFF2-40B4-BE49-F238E27FC236}">
                    <a16:creationId xmlns:a16="http://schemas.microsoft.com/office/drawing/2014/main" id="{C181A533-811E-42B4-8D80-F69DBF8958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240275" y="8049210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B2D73E19-9C0A-4785-81B7-5CEEECC01C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6586" y="1098691"/>
            <a:ext cx="1628787" cy="3462363"/>
          </a:xfrm>
          <a:prstGeom prst="round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EC6FA47-4045-4A34-BB77-C02E2763F1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1607" y="1098691"/>
            <a:ext cx="1628787" cy="3462363"/>
          </a:xfrm>
          <a:prstGeom prst="round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2035813-4AD5-478D-AE41-3434164F91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6068" y="1098691"/>
            <a:ext cx="1624024" cy="3471888"/>
          </a:xfrm>
          <a:prstGeom prst="round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797A5F-2762-436A-A4DE-31432EF0D32C}"/>
              </a:ext>
            </a:extLst>
          </p:cNvPr>
          <p:cNvSpPr txBox="1"/>
          <p:nvPr/>
        </p:nvSpPr>
        <p:spPr>
          <a:xfrm>
            <a:off x="399191" y="384532"/>
            <a:ext cx="4801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/>
            <a:r>
              <a:rPr lang="en-US" altLang="ko-KR" sz="3200" dirty="0">
                <a:solidFill>
                  <a:schemeClr val="bg2">
                    <a:lumMod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04. </a:t>
            </a:r>
            <a:r>
              <a:rPr lang="ko-KR" altLang="en-US" sz="3200" dirty="0">
                <a:solidFill>
                  <a:schemeClr val="bg2">
                    <a:lumMod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현재 위치 촬영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61054AC-02F7-4B50-B51F-F8561991EBE9}"/>
              </a:ext>
            </a:extLst>
          </p:cNvPr>
          <p:cNvCxnSpPr>
            <a:cxnSpLocks/>
          </p:cNvCxnSpPr>
          <p:nvPr/>
        </p:nvCxnSpPr>
        <p:spPr>
          <a:xfrm flipV="1">
            <a:off x="421990" y="997889"/>
            <a:ext cx="651160" cy="1"/>
          </a:xfrm>
          <a:prstGeom prst="line">
            <a:avLst/>
          </a:prstGeom>
          <a:ln w="76200">
            <a:solidFill>
              <a:srgbClr val="94D1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F7C0DF-86EE-4BD4-8341-16E575927CF9}"/>
              </a:ext>
            </a:extLst>
          </p:cNvPr>
          <p:cNvSpPr/>
          <p:nvPr/>
        </p:nvSpPr>
        <p:spPr>
          <a:xfrm>
            <a:off x="5186930" y="1399369"/>
            <a:ext cx="1817581" cy="1669200"/>
          </a:xfrm>
          <a:prstGeom prst="rect">
            <a:avLst/>
          </a:prstGeom>
          <a:noFill/>
          <a:ln w="12700">
            <a:solidFill>
              <a:srgbClr val="FF006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6C3564C-528D-4E31-9F64-1174FA57F1EE}"/>
              </a:ext>
            </a:extLst>
          </p:cNvPr>
          <p:cNvSpPr/>
          <p:nvPr/>
        </p:nvSpPr>
        <p:spPr>
          <a:xfrm>
            <a:off x="7139289" y="1957827"/>
            <a:ext cx="1817581" cy="1755872"/>
          </a:xfrm>
          <a:prstGeom prst="rect">
            <a:avLst/>
          </a:prstGeom>
          <a:noFill/>
          <a:ln w="12700">
            <a:solidFill>
              <a:srgbClr val="FF006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1EA884C-EDDB-45E8-9CAB-6D9D7DE76C1B}"/>
              </a:ext>
            </a:extLst>
          </p:cNvPr>
          <p:cNvSpPr/>
          <p:nvPr/>
        </p:nvSpPr>
        <p:spPr>
          <a:xfrm>
            <a:off x="3235131" y="4055897"/>
            <a:ext cx="1817581" cy="539870"/>
          </a:xfrm>
          <a:prstGeom prst="rect">
            <a:avLst/>
          </a:prstGeom>
          <a:noFill/>
          <a:ln w="12700">
            <a:solidFill>
              <a:srgbClr val="FF006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9F1AD8-506C-438D-A2D1-B1178012B13B}"/>
              </a:ext>
            </a:extLst>
          </p:cNvPr>
          <p:cNvSpPr txBox="1"/>
          <p:nvPr/>
        </p:nvSpPr>
        <p:spPr>
          <a:xfrm>
            <a:off x="2170068" y="5390165"/>
            <a:ext cx="7842523" cy="866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촬영 가이드를 확인한 후 카메라로 주변 환경을 촬영하여 현재 위치를 인식합니다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b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</a:b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위치 인식에 실패한 경우 재촬영을 통해 다시 위치를 확인할 수 있습니다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FDBD82-1FEC-492B-9476-E9055E6844E3}"/>
              </a:ext>
            </a:extLst>
          </p:cNvPr>
          <p:cNvSpPr txBox="1"/>
          <p:nvPr/>
        </p:nvSpPr>
        <p:spPr>
          <a:xfrm>
            <a:off x="3214192" y="4570579"/>
            <a:ext cx="18535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atin typeface="페이퍼로지 6 SemiBold" pitchFamily="2" charset="-127"/>
                <a:ea typeface="페이퍼로지 6 SemiBold" pitchFamily="2" charset="-127"/>
              </a:rPr>
              <a:t>촬영 가이드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EFD0FC-FB04-4D39-9521-0EB1FDB92326}"/>
              </a:ext>
            </a:extLst>
          </p:cNvPr>
          <p:cNvSpPr txBox="1"/>
          <p:nvPr/>
        </p:nvSpPr>
        <p:spPr>
          <a:xfrm>
            <a:off x="5164544" y="4570579"/>
            <a:ext cx="18535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atin typeface="페이퍼로지 6 SemiBold" pitchFamily="2" charset="-127"/>
                <a:ea typeface="페이퍼로지 6 SemiBold" pitchFamily="2" charset="-127"/>
              </a:rPr>
              <a:t>현재 위치 촬영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6589C4-5A36-47A7-9ECE-30B8DE8C5437}"/>
              </a:ext>
            </a:extLst>
          </p:cNvPr>
          <p:cNvSpPr txBox="1"/>
          <p:nvPr/>
        </p:nvSpPr>
        <p:spPr>
          <a:xfrm>
            <a:off x="7121292" y="4570579"/>
            <a:ext cx="18535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atin typeface="페이퍼로지 6 SemiBold" pitchFamily="2" charset="-127"/>
                <a:ea typeface="페이퍼로지 6 SemiBold" pitchFamily="2" charset="-127"/>
              </a:rPr>
              <a:t>위치파악실패</a:t>
            </a:r>
          </a:p>
        </p:txBody>
      </p:sp>
    </p:spTree>
    <p:extLst>
      <p:ext uri="{BB962C8B-B14F-4D97-AF65-F5344CB8AC3E}">
        <p14:creationId xmlns:p14="http://schemas.microsoft.com/office/powerpoint/2010/main" val="2899008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4" name="잉크 43">
                <a:extLst>
                  <a:ext uri="{FF2B5EF4-FFF2-40B4-BE49-F238E27FC236}">
                    <a16:creationId xmlns:a16="http://schemas.microsoft.com/office/drawing/2014/main" id="{C181A533-811E-42B4-8D80-F69DBF8958A7}"/>
                  </a:ext>
                </a:extLst>
              </p14:cNvPr>
              <p14:cNvContentPartPr/>
              <p14:nvPr/>
            </p14:nvContentPartPr>
            <p14:xfrm>
              <a:off x="13249275" y="8057850"/>
              <a:ext cx="360" cy="360"/>
            </p14:xfrm>
          </p:contentPart>
        </mc:Choice>
        <mc:Fallback xmlns="">
          <p:pic>
            <p:nvPicPr>
              <p:cNvPr id="44" name="잉크 43">
                <a:extLst>
                  <a:ext uri="{FF2B5EF4-FFF2-40B4-BE49-F238E27FC236}">
                    <a16:creationId xmlns:a16="http://schemas.microsoft.com/office/drawing/2014/main" id="{C181A533-811E-42B4-8D80-F69DBF8958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240275" y="8049210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373961C1-22EE-4D0D-907A-22F8F698BA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3048" y="1110662"/>
            <a:ext cx="1633549" cy="3481413"/>
          </a:xfrm>
          <a:prstGeom prst="round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CFE4C8F-F188-4390-B81E-97A1403DE7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8691" y="1110662"/>
            <a:ext cx="1633549" cy="3481413"/>
          </a:xfrm>
          <a:prstGeom prst="round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9D3360-3583-4281-8708-9133589BE6DD}"/>
              </a:ext>
            </a:extLst>
          </p:cNvPr>
          <p:cNvSpPr txBox="1"/>
          <p:nvPr/>
        </p:nvSpPr>
        <p:spPr>
          <a:xfrm>
            <a:off x="399191" y="384532"/>
            <a:ext cx="4801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/>
            <a:r>
              <a:rPr lang="en-US" altLang="ko-KR" sz="3200" dirty="0">
                <a:solidFill>
                  <a:schemeClr val="bg2">
                    <a:lumMod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05. </a:t>
            </a:r>
            <a:r>
              <a:rPr lang="ko-KR" altLang="en-US" sz="3200" dirty="0">
                <a:solidFill>
                  <a:schemeClr val="bg2">
                    <a:lumMod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사용자 맞춤형 경로 선택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DC1EE4C-5E30-454C-BE9A-5EEF84A47404}"/>
              </a:ext>
            </a:extLst>
          </p:cNvPr>
          <p:cNvCxnSpPr>
            <a:cxnSpLocks/>
          </p:cNvCxnSpPr>
          <p:nvPr/>
        </p:nvCxnSpPr>
        <p:spPr>
          <a:xfrm flipV="1">
            <a:off x="421990" y="997889"/>
            <a:ext cx="651160" cy="1"/>
          </a:xfrm>
          <a:prstGeom prst="line">
            <a:avLst/>
          </a:prstGeom>
          <a:ln w="76200">
            <a:solidFill>
              <a:srgbClr val="94D1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8D221A1-19B9-4051-8085-49ACA56F9C64}"/>
              </a:ext>
            </a:extLst>
          </p:cNvPr>
          <p:cNvSpPr txBox="1"/>
          <p:nvPr/>
        </p:nvSpPr>
        <p:spPr>
          <a:xfrm>
            <a:off x="1966241" y="5409422"/>
            <a:ext cx="8259519" cy="869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사용자의 이동 상황에 따라 ‘최단 경로’ 또는 ‘엘리베이터 우선 </a:t>
            </a:r>
            <a:r>
              <a:rPr lang="ko-KR" altLang="en-US" dirty="0" err="1">
                <a:latin typeface="페이퍼로지 4 Regular" pitchFamily="2" charset="-127"/>
                <a:ea typeface="페이퍼로지 4 Regular" pitchFamily="2" charset="-127"/>
              </a:rPr>
              <a:t>경로’를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 선택할 수 있습니다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 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원하는 경로를 선택한 후 길안내를 시작합니다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4585B-C01A-4DFD-99B2-10B6A2B3A03C}"/>
              </a:ext>
            </a:extLst>
          </p:cNvPr>
          <p:cNvSpPr/>
          <p:nvPr/>
        </p:nvSpPr>
        <p:spPr>
          <a:xfrm>
            <a:off x="7004790" y="3658715"/>
            <a:ext cx="1817581" cy="539870"/>
          </a:xfrm>
          <a:prstGeom prst="rect">
            <a:avLst/>
          </a:prstGeom>
          <a:noFill/>
          <a:ln w="12700">
            <a:solidFill>
              <a:srgbClr val="FF006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222683-D718-4B8D-AC8F-B4239BB88FF3}"/>
              </a:ext>
            </a:extLst>
          </p:cNvPr>
          <p:cNvSpPr txBox="1"/>
          <p:nvPr/>
        </p:nvSpPr>
        <p:spPr>
          <a:xfrm>
            <a:off x="3363036" y="4743599"/>
            <a:ext cx="18535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atin typeface="페이퍼로지 6 SemiBold" pitchFamily="2" charset="-127"/>
                <a:ea typeface="페이퍼로지 6 SemiBold" pitchFamily="2" charset="-127"/>
              </a:rPr>
              <a:t>경로선택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292CFC5-A743-4D75-AC0B-7E11C92C47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9226" y="1110664"/>
            <a:ext cx="1633549" cy="3481413"/>
          </a:xfrm>
          <a:prstGeom prst="round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3D52322-78D3-4147-9DD5-5E6A90A0870F}"/>
              </a:ext>
            </a:extLst>
          </p:cNvPr>
          <p:cNvSpPr txBox="1"/>
          <p:nvPr/>
        </p:nvSpPr>
        <p:spPr>
          <a:xfrm>
            <a:off x="5169214" y="4743599"/>
            <a:ext cx="18535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atin typeface="페이퍼로지 6 SemiBold" pitchFamily="2" charset="-127"/>
                <a:ea typeface="페이퍼로지 6 SemiBold" pitchFamily="2" charset="-127"/>
              </a:rPr>
              <a:t>최단경로선택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41D0C4-E264-42BA-B02B-B51BAA9342DB}"/>
              </a:ext>
            </a:extLst>
          </p:cNvPr>
          <p:cNvSpPr txBox="1"/>
          <p:nvPr/>
        </p:nvSpPr>
        <p:spPr>
          <a:xfrm>
            <a:off x="6760413" y="4550014"/>
            <a:ext cx="23423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atin typeface="페이퍼로지 6 SemiBold" pitchFamily="2" charset="-127"/>
                <a:ea typeface="페이퍼로지 6 SemiBold" pitchFamily="2" charset="-127"/>
              </a:rPr>
              <a:t>엘리베이터</a:t>
            </a:r>
            <a:br>
              <a:rPr lang="en-US" altLang="ko-KR" sz="2000" dirty="0">
                <a:latin typeface="페이퍼로지 6 SemiBold" pitchFamily="2" charset="-127"/>
                <a:ea typeface="페이퍼로지 6 SemiBold" pitchFamily="2" charset="-127"/>
              </a:rPr>
            </a:br>
            <a:r>
              <a:rPr lang="ko-KR" altLang="en-US" sz="2000" dirty="0">
                <a:latin typeface="페이퍼로지 6 SemiBold" pitchFamily="2" charset="-127"/>
                <a:ea typeface="페이퍼로지 6 SemiBold" pitchFamily="2" charset="-127"/>
              </a:rPr>
              <a:t>우선경로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49B729F-7123-482E-9B64-3A161172D07F}"/>
              </a:ext>
            </a:extLst>
          </p:cNvPr>
          <p:cNvSpPr/>
          <p:nvPr/>
        </p:nvSpPr>
        <p:spPr>
          <a:xfrm>
            <a:off x="5187209" y="3253694"/>
            <a:ext cx="1817581" cy="539870"/>
          </a:xfrm>
          <a:prstGeom prst="rect">
            <a:avLst/>
          </a:prstGeom>
          <a:noFill/>
          <a:ln w="12700">
            <a:solidFill>
              <a:srgbClr val="FF006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243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4" name="잉크 43">
                <a:extLst>
                  <a:ext uri="{FF2B5EF4-FFF2-40B4-BE49-F238E27FC236}">
                    <a16:creationId xmlns:a16="http://schemas.microsoft.com/office/drawing/2014/main" id="{C181A533-811E-42B4-8D80-F69DBF8958A7}"/>
                  </a:ext>
                </a:extLst>
              </p14:cNvPr>
              <p14:cNvContentPartPr/>
              <p14:nvPr/>
            </p14:nvContentPartPr>
            <p14:xfrm>
              <a:off x="13249275" y="8057850"/>
              <a:ext cx="360" cy="360"/>
            </p14:xfrm>
          </p:contentPart>
        </mc:Choice>
        <mc:Fallback xmlns="">
          <p:pic>
            <p:nvPicPr>
              <p:cNvPr id="44" name="잉크 43">
                <a:extLst>
                  <a:ext uri="{FF2B5EF4-FFF2-40B4-BE49-F238E27FC236}">
                    <a16:creationId xmlns:a16="http://schemas.microsoft.com/office/drawing/2014/main" id="{C181A533-811E-42B4-8D80-F69DBF8958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240275" y="804921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69D3360-3583-4281-8708-9133589BE6DD}"/>
              </a:ext>
            </a:extLst>
          </p:cNvPr>
          <p:cNvSpPr txBox="1"/>
          <p:nvPr/>
        </p:nvSpPr>
        <p:spPr>
          <a:xfrm>
            <a:off x="399191" y="384532"/>
            <a:ext cx="4801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/>
            <a:r>
              <a:rPr lang="en-US" altLang="ko-KR" sz="3200" dirty="0">
                <a:solidFill>
                  <a:schemeClr val="bg2">
                    <a:lumMod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06. </a:t>
            </a:r>
            <a:r>
              <a:rPr lang="ko-KR" altLang="en-US" sz="3200" dirty="0">
                <a:solidFill>
                  <a:schemeClr val="bg2">
                    <a:lumMod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실내 </a:t>
            </a:r>
            <a:r>
              <a:rPr lang="ko-KR" altLang="en-US" sz="3200" dirty="0" err="1">
                <a:solidFill>
                  <a:schemeClr val="bg2">
                    <a:lumMod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길찾기</a:t>
            </a:r>
            <a:r>
              <a:rPr lang="en-US" altLang="ko-KR" sz="3200" dirty="0">
                <a:solidFill>
                  <a:schemeClr val="bg2">
                    <a:lumMod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ko-KR" altLang="en-US" sz="3200" dirty="0">
                <a:solidFill>
                  <a:schemeClr val="bg2">
                    <a:lumMod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시작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DC1EE4C-5E30-454C-BE9A-5EEF84A47404}"/>
              </a:ext>
            </a:extLst>
          </p:cNvPr>
          <p:cNvCxnSpPr>
            <a:cxnSpLocks/>
          </p:cNvCxnSpPr>
          <p:nvPr/>
        </p:nvCxnSpPr>
        <p:spPr>
          <a:xfrm flipV="1">
            <a:off x="421990" y="997889"/>
            <a:ext cx="651160" cy="1"/>
          </a:xfrm>
          <a:prstGeom prst="line">
            <a:avLst/>
          </a:prstGeom>
          <a:ln w="76200">
            <a:solidFill>
              <a:srgbClr val="94D1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37A1C9A-458F-4DDF-AD38-826485CC33C4}"/>
              </a:ext>
            </a:extLst>
          </p:cNvPr>
          <p:cNvSpPr txBox="1"/>
          <p:nvPr/>
        </p:nvSpPr>
        <p:spPr>
          <a:xfrm>
            <a:off x="1907337" y="5357180"/>
            <a:ext cx="8377325" cy="866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지도와 상세 경로를 통해 실시간으로 이동 방향을 확인하며 목적지까지 이동합니다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b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</a:b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층 이동이 필요한 경우 안내 화면에 따라 이동한 후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, ‘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이동 </a:t>
            </a:r>
            <a:r>
              <a:rPr lang="ko-KR" altLang="en-US" dirty="0" err="1">
                <a:latin typeface="페이퍼로지 4 Regular" pitchFamily="2" charset="-127"/>
                <a:ea typeface="페이퍼로지 4 Regular" pitchFamily="2" charset="-127"/>
              </a:rPr>
              <a:t>완료’를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 눌러 길안내를 이어갑니다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F0D2289E-9C91-4257-9AF1-89CE10DEC96B}"/>
              </a:ext>
            </a:extLst>
          </p:cNvPr>
          <p:cNvGrpSpPr/>
          <p:nvPr/>
        </p:nvGrpSpPr>
        <p:grpSpPr>
          <a:xfrm>
            <a:off x="3169134" y="1092568"/>
            <a:ext cx="5853733" cy="3899489"/>
            <a:chOff x="3190405" y="650117"/>
            <a:chExt cx="5853733" cy="3899489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C3DCAE5C-8788-4985-968F-584646698D88}"/>
                </a:ext>
              </a:extLst>
            </p:cNvPr>
            <p:cNvGrpSpPr/>
            <p:nvPr/>
          </p:nvGrpSpPr>
          <p:grpSpPr>
            <a:xfrm>
              <a:off x="3190405" y="658705"/>
              <a:ext cx="1853573" cy="3890901"/>
              <a:chOff x="3190405" y="658705"/>
              <a:chExt cx="1853573" cy="3890901"/>
            </a:xfrm>
          </p:grpSpPr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0DF064D0-30C9-4D65-B889-8F1C6689AC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00417" y="658705"/>
                <a:ext cx="1633549" cy="3481413"/>
              </a:xfrm>
              <a:prstGeom prst="round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D70EB48-D58D-442D-A4E7-6A654D45BD4F}"/>
                  </a:ext>
                </a:extLst>
              </p:cNvPr>
              <p:cNvSpPr txBox="1"/>
              <p:nvPr/>
            </p:nvSpPr>
            <p:spPr>
              <a:xfrm>
                <a:off x="3190405" y="4149496"/>
                <a:ext cx="18535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2000" dirty="0" err="1">
                    <a:latin typeface="페이퍼로지 6 SemiBold" pitchFamily="2" charset="-127"/>
                    <a:ea typeface="페이퍼로지 6 SemiBold" pitchFamily="2" charset="-127"/>
                  </a:rPr>
                  <a:t>길찾기</a:t>
                </a:r>
                <a:endParaRPr lang="ko-KR" altLang="en-US" sz="2000" dirty="0">
                  <a:latin typeface="페이퍼로지 6 SemiBold" pitchFamily="2" charset="-127"/>
                  <a:ea typeface="페이퍼로지 6 SemiBold" pitchFamily="2" charset="-127"/>
                </a:endParaRPr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79E3B3B0-2A3B-4DAA-843A-AD7D7C62BFC4}"/>
                </a:ext>
              </a:extLst>
            </p:cNvPr>
            <p:cNvGrpSpPr/>
            <p:nvPr/>
          </p:nvGrpSpPr>
          <p:grpSpPr>
            <a:xfrm>
              <a:off x="5153991" y="650117"/>
              <a:ext cx="1853573" cy="3899489"/>
              <a:chOff x="5153991" y="650117"/>
              <a:chExt cx="1853573" cy="3899489"/>
            </a:xfrm>
          </p:grpSpPr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D07C365B-E887-4DB6-9AEC-E12C08EE72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68765" y="650117"/>
                <a:ext cx="1624024" cy="3471888"/>
              </a:xfrm>
              <a:prstGeom prst="round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A9DE8FD-539F-49C7-B1A6-0162258F2A0E}"/>
                  </a:ext>
                </a:extLst>
              </p:cNvPr>
              <p:cNvSpPr txBox="1"/>
              <p:nvPr/>
            </p:nvSpPr>
            <p:spPr>
              <a:xfrm>
                <a:off x="5153991" y="4149496"/>
                <a:ext cx="18535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2000" dirty="0">
                    <a:latin typeface="페이퍼로지 6 SemiBold" pitchFamily="2" charset="-127"/>
                    <a:ea typeface="페이퍼로지 6 SemiBold" pitchFamily="2" charset="-127"/>
                  </a:rPr>
                  <a:t>상세경로</a:t>
                </a:r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88FB66CB-F0DD-4722-B881-8CD0425C195C}"/>
                </a:ext>
              </a:extLst>
            </p:cNvPr>
            <p:cNvGrpSpPr/>
            <p:nvPr/>
          </p:nvGrpSpPr>
          <p:grpSpPr>
            <a:xfrm>
              <a:off x="7190565" y="669167"/>
              <a:ext cx="1853573" cy="3880439"/>
              <a:chOff x="7190565" y="669167"/>
              <a:chExt cx="1853573" cy="3880439"/>
            </a:xfrm>
          </p:grpSpPr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364CDE2A-DAAD-4B21-8147-0207D21DDA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05339" y="669167"/>
                <a:ext cx="1624024" cy="3452838"/>
              </a:xfrm>
              <a:prstGeom prst="round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4EDA7F9-D8EE-44DB-A2F8-D24F1AC2038F}"/>
                  </a:ext>
                </a:extLst>
              </p:cNvPr>
              <p:cNvSpPr txBox="1"/>
              <p:nvPr/>
            </p:nvSpPr>
            <p:spPr>
              <a:xfrm>
                <a:off x="7190565" y="4149496"/>
                <a:ext cx="18535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2000" dirty="0" err="1">
                    <a:latin typeface="페이퍼로지 6 SemiBold" pitchFamily="2" charset="-127"/>
                    <a:ea typeface="페이퍼로지 6 SemiBold" pitchFamily="2" charset="-127"/>
                  </a:rPr>
                  <a:t>층이동</a:t>
                </a:r>
                <a:endParaRPr lang="ko-KR" altLang="en-US" sz="2000" dirty="0">
                  <a:latin typeface="페이퍼로지 6 SemiBold" pitchFamily="2" charset="-127"/>
                  <a:ea typeface="페이퍼로지 6 SemiBold" pitchFamily="2" charset="-127"/>
                </a:endParaRPr>
              </a:p>
            </p:txBody>
          </p:sp>
        </p:grp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0F9A8FB-9F1D-4CC1-AAD2-41BC05CADB33}"/>
              </a:ext>
            </a:extLst>
          </p:cNvPr>
          <p:cNvSpPr/>
          <p:nvPr/>
        </p:nvSpPr>
        <p:spPr>
          <a:xfrm>
            <a:off x="3169134" y="2755671"/>
            <a:ext cx="1817581" cy="539870"/>
          </a:xfrm>
          <a:prstGeom prst="rect">
            <a:avLst/>
          </a:prstGeom>
          <a:noFill/>
          <a:ln w="12700">
            <a:solidFill>
              <a:srgbClr val="FF006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4DC8F01-A4D0-46FF-8551-ADA84B4CCDAC}"/>
              </a:ext>
            </a:extLst>
          </p:cNvPr>
          <p:cNvSpPr/>
          <p:nvPr/>
        </p:nvSpPr>
        <p:spPr>
          <a:xfrm>
            <a:off x="5168712" y="3686954"/>
            <a:ext cx="1817581" cy="539870"/>
          </a:xfrm>
          <a:prstGeom prst="rect">
            <a:avLst/>
          </a:prstGeom>
          <a:noFill/>
          <a:ln w="12700">
            <a:solidFill>
              <a:srgbClr val="FF006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590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4" name="잉크 43">
                <a:extLst>
                  <a:ext uri="{FF2B5EF4-FFF2-40B4-BE49-F238E27FC236}">
                    <a16:creationId xmlns:a16="http://schemas.microsoft.com/office/drawing/2014/main" id="{C181A533-811E-42B4-8D80-F69DBF8958A7}"/>
                  </a:ext>
                </a:extLst>
              </p14:cNvPr>
              <p14:cNvContentPartPr/>
              <p14:nvPr/>
            </p14:nvContentPartPr>
            <p14:xfrm>
              <a:off x="13249275" y="8057850"/>
              <a:ext cx="360" cy="360"/>
            </p14:xfrm>
          </p:contentPart>
        </mc:Choice>
        <mc:Fallback xmlns="">
          <p:pic>
            <p:nvPicPr>
              <p:cNvPr id="44" name="잉크 43">
                <a:extLst>
                  <a:ext uri="{FF2B5EF4-FFF2-40B4-BE49-F238E27FC236}">
                    <a16:creationId xmlns:a16="http://schemas.microsoft.com/office/drawing/2014/main" id="{C181A533-811E-42B4-8D80-F69DBF8958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240275" y="804921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164B7C1-B281-4FBE-A9E3-39CB7C465563}"/>
              </a:ext>
            </a:extLst>
          </p:cNvPr>
          <p:cNvSpPr txBox="1"/>
          <p:nvPr/>
        </p:nvSpPr>
        <p:spPr>
          <a:xfrm>
            <a:off x="399191" y="384532"/>
            <a:ext cx="6349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/>
            <a:r>
              <a:rPr lang="en-US" altLang="ko-K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07. </a:t>
            </a:r>
            <a:r>
              <a:rPr lang="ko-KR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경유지</a:t>
            </a:r>
            <a:r>
              <a:rPr lang="en-US" altLang="ko-K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시설 검색 및 </a:t>
            </a:r>
            <a:r>
              <a:rPr lang="ko-KR" altLang="en-US" sz="3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길찾기</a:t>
            </a:r>
            <a:r>
              <a:rPr lang="ko-KR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 완료</a:t>
            </a:r>
            <a:r>
              <a:rPr lang="en-US" altLang="ko-K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endParaRPr lang="ko-KR" altLang="en-US" sz="3200" dirty="0">
              <a:solidFill>
                <a:schemeClr val="tx1">
                  <a:lumMod val="50000"/>
                  <a:lumOff val="50000"/>
                </a:schemeClr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E42139D-2DAC-4654-AC25-05317EE541AC}"/>
              </a:ext>
            </a:extLst>
          </p:cNvPr>
          <p:cNvCxnSpPr>
            <a:cxnSpLocks/>
          </p:cNvCxnSpPr>
          <p:nvPr/>
        </p:nvCxnSpPr>
        <p:spPr>
          <a:xfrm flipV="1">
            <a:off x="421990" y="997889"/>
            <a:ext cx="651160" cy="1"/>
          </a:xfrm>
          <a:prstGeom prst="line">
            <a:avLst/>
          </a:prstGeom>
          <a:ln w="76200">
            <a:solidFill>
              <a:srgbClr val="94D1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5EA7B15-740E-4B4F-94CF-C0F4ADD74842}"/>
              </a:ext>
            </a:extLst>
          </p:cNvPr>
          <p:cNvSpPr txBox="1"/>
          <p:nvPr/>
        </p:nvSpPr>
        <p:spPr>
          <a:xfrm>
            <a:off x="1828459" y="5515845"/>
            <a:ext cx="8535083" cy="866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이동 중에는 층별 시설을 필터로 확인하거나 필요한 장소를 경유지로 추가할 수 있습니다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b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</a:b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목적지에 도착하면 ‘도착’ 버튼을 눌러 </a:t>
            </a:r>
            <a:r>
              <a:rPr lang="ko-KR" altLang="en-US" dirty="0" err="1">
                <a:latin typeface="페이퍼로지 4 Regular" pitchFamily="2" charset="-127"/>
                <a:ea typeface="페이퍼로지 4 Regular" pitchFamily="2" charset="-127"/>
              </a:rPr>
              <a:t>길찾기를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 완료합니다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EFC10AD-695D-4651-A188-3C8C707AA405}"/>
              </a:ext>
            </a:extLst>
          </p:cNvPr>
          <p:cNvGrpSpPr/>
          <p:nvPr/>
        </p:nvGrpSpPr>
        <p:grpSpPr>
          <a:xfrm>
            <a:off x="1772076" y="1268351"/>
            <a:ext cx="8293455" cy="4251288"/>
            <a:chOff x="1772076" y="1268351"/>
            <a:chExt cx="8293455" cy="4251288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0C7DB17F-5C4F-4D6C-BEDB-8170D9DA7E2B}"/>
                </a:ext>
              </a:extLst>
            </p:cNvPr>
            <p:cNvGrpSpPr/>
            <p:nvPr/>
          </p:nvGrpSpPr>
          <p:grpSpPr>
            <a:xfrm>
              <a:off x="1772076" y="1268351"/>
              <a:ext cx="1853573" cy="4251288"/>
              <a:chOff x="1772076" y="1268351"/>
              <a:chExt cx="1853573" cy="4251288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750558FF-7214-4068-8830-B11AFE5098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86851" y="1268351"/>
                <a:ext cx="1624024" cy="3471888"/>
              </a:xfrm>
              <a:prstGeom prst="round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FE94787-5966-4106-B91C-AB73139D2563}"/>
                  </a:ext>
                </a:extLst>
              </p:cNvPr>
              <p:cNvSpPr txBox="1"/>
              <p:nvPr/>
            </p:nvSpPr>
            <p:spPr>
              <a:xfrm>
                <a:off x="1772076" y="4736446"/>
                <a:ext cx="1853573" cy="783193"/>
              </a:xfrm>
              <a:prstGeom prst="round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2000" dirty="0">
                    <a:latin typeface="페이퍼로지 6 SemiBold" pitchFamily="2" charset="-127"/>
                    <a:ea typeface="페이퍼로지 6 SemiBold" pitchFamily="2" charset="-127"/>
                  </a:rPr>
                  <a:t>필터를 통해</a:t>
                </a:r>
                <a:br>
                  <a:rPr lang="en-US" altLang="ko-KR" sz="2000" dirty="0">
                    <a:latin typeface="페이퍼로지 6 SemiBold" pitchFamily="2" charset="-127"/>
                    <a:ea typeface="페이퍼로지 6 SemiBold" pitchFamily="2" charset="-127"/>
                  </a:rPr>
                </a:br>
                <a:r>
                  <a:rPr lang="ko-KR" altLang="en-US" sz="2000" dirty="0">
                    <a:latin typeface="페이퍼로지 6 SemiBold" pitchFamily="2" charset="-127"/>
                    <a:ea typeface="페이퍼로지 6 SemiBold" pitchFamily="2" charset="-127"/>
                  </a:rPr>
                  <a:t>기타 시설 검색</a:t>
                </a:r>
              </a:p>
            </p:txBody>
          </p:sp>
        </p:grpSp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84CFE5E-96DF-4458-96B9-FD9D5CFA8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17865" y="1268351"/>
              <a:ext cx="1624024" cy="3471888"/>
            </a:xfrm>
            <a:prstGeom prst="roundRect">
              <a:avLst/>
            </a:prstGeom>
          </p:spPr>
        </p:pic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B5ADFC45-6CC7-44F3-9463-01A7D32082BD}"/>
                </a:ext>
              </a:extLst>
            </p:cNvPr>
            <p:cNvGrpSpPr/>
            <p:nvPr/>
          </p:nvGrpSpPr>
          <p:grpSpPr>
            <a:xfrm>
              <a:off x="6008614" y="1319691"/>
              <a:ext cx="1853573" cy="3958161"/>
              <a:chOff x="6148877" y="1268351"/>
              <a:chExt cx="1853573" cy="3958161"/>
            </a:xfrm>
          </p:grpSpPr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AE4CBFF6-7333-4941-B856-47AA64E107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63653" y="1268351"/>
                <a:ext cx="1624024" cy="3471888"/>
              </a:xfrm>
              <a:prstGeom prst="round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F863738-574D-4B27-ABFA-BBD099964252}"/>
                  </a:ext>
                </a:extLst>
              </p:cNvPr>
              <p:cNvSpPr txBox="1"/>
              <p:nvPr/>
            </p:nvSpPr>
            <p:spPr>
              <a:xfrm>
                <a:off x="6148877" y="4783838"/>
                <a:ext cx="1853573" cy="442674"/>
              </a:xfrm>
              <a:prstGeom prst="round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ko-KR" altLang="en-US" sz="2000" dirty="0">
                  <a:latin typeface="페이퍼로지 6 SemiBold" pitchFamily="2" charset="-127"/>
                  <a:ea typeface="페이퍼로지 6 SemiBold" pitchFamily="2" charset="-127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06A3F55-0E97-4A92-8516-9B1049C7BC97}"/>
                </a:ext>
              </a:extLst>
            </p:cNvPr>
            <p:cNvSpPr txBox="1"/>
            <p:nvPr/>
          </p:nvSpPr>
          <p:spPr>
            <a:xfrm>
              <a:off x="4555849" y="4927987"/>
              <a:ext cx="29055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페이퍼로지 6 SemiBold" pitchFamily="2" charset="-127"/>
                  <a:ea typeface="페이퍼로지 6 SemiBold" pitchFamily="2" charset="-127"/>
                </a:rPr>
                <a:t>경유지 추가 및 삭제 </a:t>
              </a: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EE6681F7-8E95-4F3E-A895-0292E799A6B0}"/>
                </a:ext>
              </a:extLst>
            </p:cNvPr>
            <p:cNvGrpSpPr/>
            <p:nvPr/>
          </p:nvGrpSpPr>
          <p:grpSpPr>
            <a:xfrm>
              <a:off x="8211958" y="1276237"/>
              <a:ext cx="1853573" cy="4051860"/>
              <a:chOff x="8211958" y="1276237"/>
              <a:chExt cx="1853573" cy="4051860"/>
            </a:xfrm>
          </p:grpSpPr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185AEFC2-3C65-4ADD-9BC9-AF7A719EB9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21971" y="1276237"/>
                <a:ext cx="1633549" cy="3481413"/>
              </a:xfrm>
              <a:prstGeom prst="round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7CE4609-16B2-4EB2-913F-86FEA67A0F16}"/>
                  </a:ext>
                </a:extLst>
              </p:cNvPr>
              <p:cNvSpPr txBox="1"/>
              <p:nvPr/>
            </p:nvSpPr>
            <p:spPr>
              <a:xfrm>
                <a:off x="8211958" y="4927987"/>
                <a:ext cx="18535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2000" dirty="0" err="1">
                    <a:latin typeface="페이퍼로지 6 SemiBold" pitchFamily="2" charset="-127"/>
                    <a:ea typeface="페이퍼로지 6 SemiBold" pitchFamily="2" charset="-127"/>
                  </a:rPr>
                  <a:t>길찾기</a:t>
                </a:r>
                <a:r>
                  <a:rPr lang="ko-KR" altLang="en-US" sz="2000" dirty="0">
                    <a:latin typeface="페이퍼로지 6 SemiBold" pitchFamily="2" charset="-127"/>
                    <a:ea typeface="페이퍼로지 6 SemiBold" pitchFamily="2" charset="-127"/>
                  </a:rPr>
                  <a:t> 완료</a:t>
                </a:r>
              </a:p>
            </p:txBody>
          </p:sp>
        </p:grp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E2B6D4B-FB64-4CC4-8CA8-F912EF235CE2}"/>
              </a:ext>
            </a:extLst>
          </p:cNvPr>
          <p:cNvSpPr/>
          <p:nvPr/>
        </p:nvSpPr>
        <p:spPr>
          <a:xfrm>
            <a:off x="1790071" y="4024313"/>
            <a:ext cx="1817581" cy="293406"/>
          </a:xfrm>
          <a:prstGeom prst="rect">
            <a:avLst/>
          </a:prstGeom>
          <a:noFill/>
          <a:ln w="12700">
            <a:solidFill>
              <a:srgbClr val="FF006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4FFAD2D-7A53-4193-848C-EF0B48E91C08}"/>
              </a:ext>
            </a:extLst>
          </p:cNvPr>
          <p:cNvSpPr/>
          <p:nvPr/>
        </p:nvSpPr>
        <p:spPr>
          <a:xfrm>
            <a:off x="3908342" y="3539316"/>
            <a:ext cx="1817581" cy="818371"/>
          </a:xfrm>
          <a:prstGeom prst="rect">
            <a:avLst/>
          </a:prstGeom>
          <a:noFill/>
          <a:ln w="12700">
            <a:solidFill>
              <a:srgbClr val="FF006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4CACDCA-D4CE-4FF8-A7B8-9CCCD94DDC98}"/>
              </a:ext>
            </a:extLst>
          </p:cNvPr>
          <p:cNvSpPr/>
          <p:nvPr/>
        </p:nvSpPr>
        <p:spPr>
          <a:xfrm>
            <a:off x="6022889" y="1696229"/>
            <a:ext cx="1817581" cy="575484"/>
          </a:xfrm>
          <a:prstGeom prst="rect">
            <a:avLst/>
          </a:prstGeom>
          <a:noFill/>
          <a:ln w="12700">
            <a:solidFill>
              <a:srgbClr val="FF006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509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73BD39A5-BB5D-4DBB-AB50-0B6328D18D4B}"/>
              </a:ext>
            </a:extLst>
          </p:cNvPr>
          <p:cNvCxnSpPr>
            <a:cxnSpLocks/>
          </p:cNvCxnSpPr>
          <p:nvPr/>
        </p:nvCxnSpPr>
        <p:spPr>
          <a:xfrm flipV="1">
            <a:off x="0" y="695325"/>
            <a:ext cx="12192000" cy="5467350"/>
          </a:xfrm>
          <a:prstGeom prst="bentConnector3">
            <a:avLst>
              <a:gd name="adj1" fmla="val 21250"/>
            </a:avLst>
          </a:prstGeom>
          <a:ln w="76200" cap="rnd" cmpd="sng">
            <a:gradFill>
              <a:gsLst>
                <a:gs pos="27000">
                  <a:srgbClr val="38CFA0">
                    <a:alpha val="92000"/>
                  </a:srgbClr>
                </a:gs>
                <a:gs pos="12000">
                  <a:srgbClr val="00CC99"/>
                </a:gs>
                <a:gs pos="100000">
                  <a:srgbClr val="8FD4AA"/>
                </a:gs>
              </a:gsLst>
              <a:lin ang="5400000" scaled="1"/>
            </a:gradFill>
            <a:prstDash val="sysDot"/>
            <a:round/>
          </a:ln>
          <a:effectLst>
            <a:glow rad="25400">
              <a:schemeClr val="accent6">
                <a:satMod val="175000"/>
                <a:alpha val="64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1FE07A3-BEEB-4C8D-A1B4-73BAB2A28DF7}"/>
              </a:ext>
            </a:extLst>
          </p:cNvPr>
          <p:cNvGrpSpPr/>
          <p:nvPr/>
        </p:nvGrpSpPr>
        <p:grpSpPr>
          <a:xfrm rot="16200000">
            <a:off x="2249768" y="-3428636"/>
            <a:ext cx="7549589" cy="13715271"/>
            <a:chOff x="4083050" y="-24363"/>
            <a:chExt cx="2520000" cy="5760000"/>
          </a:xfrm>
          <a:noFill/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A58497A5-777D-417D-B69D-81428AD92E92}"/>
                </a:ext>
              </a:extLst>
            </p:cNvPr>
            <p:cNvSpPr/>
            <p:nvPr/>
          </p:nvSpPr>
          <p:spPr>
            <a:xfrm>
              <a:off x="4083050" y="-24363"/>
              <a:ext cx="2520000" cy="5760000"/>
            </a:xfrm>
            <a:prstGeom prst="roundRect">
              <a:avLst>
                <a:gd name="adj" fmla="val 10078"/>
              </a:avLst>
            </a:prstGeom>
            <a:solidFill>
              <a:schemeClr val="bg1"/>
            </a:solidFill>
            <a:ln w="171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FD0E9947-D5A1-44A8-808F-44168DD7C0A7}"/>
                </a:ext>
              </a:extLst>
            </p:cNvPr>
            <p:cNvSpPr/>
            <p:nvPr/>
          </p:nvSpPr>
          <p:spPr>
            <a:xfrm>
              <a:off x="4872515" y="-24363"/>
              <a:ext cx="941070" cy="17526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85000"/>
                <a:lumOff val="15000"/>
              </a:schemeClr>
            </a:solidFill>
            <a:ln w="171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4" name="잉크 43">
                <a:extLst>
                  <a:ext uri="{FF2B5EF4-FFF2-40B4-BE49-F238E27FC236}">
                    <a16:creationId xmlns:a16="http://schemas.microsoft.com/office/drawing/2014/main" id="{C181A533-811E-42B4-8D80-F69DBF8958A7}"/>
                  </a:ext>
                </a:extLst>
              </p14:cNvPr>
              <p14:cNvContentPartPr/>
              <p14:nvPr/>
            </p14:nvContentPartPr>
            <p14:xfrm>
              <a:off x="13249275" y="8057850"/>
              <a:ext cx="360" cy="360"/>
            </p14:xfrm>
          </p:contentPart>
        </mc:Choice>
        <mc:Fallback xmlns="">
          <p:pic>
            <p:nvPicPr>
              <p:cNvPr id="44" name="잉크 43">
                <a:extLst>
                  <a:ext uri="{FF2B5EF4-FFF2-40B4-BE49-F238E27FC236}">
                    <a16:creationId xmlns:a16="http://schemas.microsoft.com/office/drawing/2014/main" id="{C181A533-811E-42B4-8D80-F69DBF8958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240275" y="804921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66" name="TextBox 65">
            <a:extLst>
              <a:ext uri="{FF2B5EF4-FFF2-40B4-BE49-F238E27FC236}">
                <a16:creationId xmlns:a16="http://schemas.microsoft.com/office/drawing/2014/main" id="{92A7B270-0B29-41B9-8EC1-F6FFC68BC9BA}"/>
              </a:ext>
            </a:extLst>
          </p:cNvPr>
          <p:cNvSpPr txBox="1"/>
          <p:nvPr/>
        </p:nvSpPr>
        <p:spPr>
          <a:xfrm>
            <a:off x="392794" y="1833536"/>
            <a:ext cx="510143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0" dirty="0" err="1">
                <a:latin typeface="페이퍼로지 9 Black" pitchFamily="2" charset="-127"/>
                <a:ea typeface="페이퍼로지 9 Black" pitchFamily="2" charset="-127"/>
              </a:rPr>
              <a:t>PinGo</a:t>
            </a:r>
            <a:endParaRPr lang="ko-KR" altLang="en-US" sz="12000" dirty="0">
              <a:latin typeface="페이퍼로지 9 Black" pitchFamily="2" charset="-127"/>
              <a:ea typeface="페이퍼로지 9 Black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8D45E4-FB5C-40DB-A722-81F71EEBB1F4}"/>
              </a:ext>
            </a:extLst>
          </p:cNvPr>
          <p:cNvSpPr txBox="1"/>
          <p:nvPr/>
        </p:nvSpPr>
        <p:spPr>
          <a:xfrm>
            <a:off x="-24524" y="4088058"/>
            <a:ext cx="5667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latin typeface="페이퍼로지 3 Light" pitchFamily="2" charset="-127"/>
                <a:ea typeface="페이퍼로지 3 Light" pitchFamily="2" charset="-127"/>
              </a:rPr>
              <a:t>+</a:t>
            </a:r>
            <a:endParaRPr lang="ko-KR" altLang="en-US" sz="900" dirty="0"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80D63E4-A245-44C1-BA8A-C84F597DB538}"/>
              </a:ext>
            </a:extLst>
          </p:cNvPr>
          <p:cNvSpPr txBox="1"/>
          <p:nvPr/>
        </p:nvSpPr>
        <p:spPr>
          <a:xfrm>
            <a:off x="5121949" y="2039640"/>
            <a:ext cx="5667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latin typeface="페이퍼로지 3 Light" pitchFamily="2" charset="-127"/>
                <a:ea typeface="페이퍼로지 3 Light" pitchFamily="2" charset="-127"/>
              </a:rPr>
              <a:t>+</a:t>
            </a:r>
            <a:endParaRPr lang="ko-KR" altLang="en-US" sz="900" dirty="0"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EF6033-3EDE-4863-B42B-DDBAA42514B6}"/>
              </a:ext>
            </a:extLst>
          </p:cNvPr>
          <p:cNvSpPr txBox="1"/>
          <p:nvPr/>
        </p:nvSpPr>
        <p:spPr>
          <a:xfrm>
            <a:off x="11921712" y="5770990"/>
            <a:ext cx="5667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latin typeface="페이퍼로지 3 Light" pitchFamily="2" charset="-127"/>
                <a:ea typeface="페이퍼로지 3 Light" pitchFamily="2" charset="-127"/>
              </a:rPr>
              <a:t>+</a:t>
            </a:r>
            <a:endParaRPr lang="ko-KR" altLang="en-US" sz="900" dirty="0">
              <a:latin typeface="페이퍼로지 3 Light" pitchFamily="2" charset="-127"/>
              <a:ea typeface="페이퍼로지 3 Light" pitchFamily="2" charset="-127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9" name="잉크 68">
                <a:extLst>
                  <a:ext uri="{FF2B5EF4-FFF2-40B4-BE49-F238E27FC236}">
                    <a16:creationId xmlns:a16="http://schemas.microsoft.com/office/drawing/2014/main" id="{5FEFB1F4-106E-4ED1-B643-BBAAC7A4276C}"/>
                  </a:ext>
                </a:extLst>
              </p14:cNvPr>
              <p14:cNvContentPartPr/>
              <p14:nvPr/>
            </p14:nvContentPartPr>
            <p14:xfrm>
              <a:off x="11507523" y="390449"/>
              <a:ext cx="677610" cy="636953"/>
            </p14:xfrm>
          </p:contentPart>
        </mc:Choice>
        <mc:Fallback xmlns="">
          <p:pic>
            <p:nvPicPr>
              <p:cNvPr id="69" name="잉크 68">
                <a:extLst>
                  <a:ext uri="{FF2B5EF4-FFF2-40B4-BE49-F238E27FC236}">
                    <a16:creationId xmlns:a16="http://schemas.microsoft.com/office/drawing/2014/main" id="{5FEFB1F4-106E-4ED1-B643-BBAAC7A4276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471537" y="354443"/>
                <a:ext cx="749221" cy="708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0" name="잉크 69">
                <a:extLst>
                  <a:ext uri="{FF2B5EF4-FFF2-40B4-BE49-F238E27FC236}">
                    <a16:creationId xmlns:a16="http://schemas.microsoft.com/office/drawing/2014/main" id="{D430B425-4267-4BFC-9E3D-59AF38E6973F}"/>
                  </a:ext>
                </a:extLst>
              </p14:cNvPr>
              <p14:cNvContentPartPr/>
              <p14:nvPr/>
            </p14:nvContentPartPr>
            <p14:xfrm rot="4630100">
              <a:off x="5469098" y="3919292"/>
              <a:ext cx="425764" cy="498104"/>
            </p14:xfrm>
          </p:contentPart>
        </mc:Choice>
        <mc:Fallback xmlns="">
          <p:pic>
            <p:nvPicPr>
              <p:cNvPr id="70" name="잉크 69">
                <a:extLst>
                  <a:ext uri="{FF2B5EF4-FFF2-40B4-BE49-F238E27FC236}">
                    <a16:creationId xmlns:a16="http://schemas.microsoft.com/office/drawing/2014/main" id="{D430B425-4267-4BFC-9E3D-59AF38E6973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4630100">
                <a:off x="5451463" y="3901297"/>
                <a:ext cx="461394" cy="533734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85FFC78D-803F-462D-A307-D925AB21A010}"/>
              </a:ext>
            </a:extLst>
          </p:cNvPr>
          <p:cNvSpPr txBox="1"/>
          <p:nvPr/>
        </p:nvSpPr>
        <p:spPr>
          <a:xfrm>
            <a:off x="-3004457" y="3133724"/>
            <a:ext cx="14629696" cy="326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4800" dirty="0">
                <a:latin typeface="페이퍼로지 7 Bold" pitchFamily="2" charset="-127"/>
                <a:ea typeface="페이퍼로지 7 Bold" pitchFamily="2" charset="-127"/>
              </a:rPr>
              <a:t>단순한 지도를 넘어</a:t>
            </a:r>
            <a:r>
              <a:rPr lang="en-US" altLang="ko-KR" sz="4800" dirty="0">
                <a:latin typeface="페이퍼로지 7 Bold" pitchFamily="2" charset="-127"/>
                <a:ea typeface="페이퍼로지 7 Bold" pitchFamily="2" charset="-127"/>
              </a:rPr>
              <a:t>,</a:t>
            </a:r>
          </a:p>
          <a:p>
            <a:pPr algn="r">
              <a:lnSpc>
                <a:spcPct val="150000"/>
              </a:lnSpc>
            </a:pPr>
            <a:r>
              <a:rPr lang="en-US" altLang="ko-KR" sz="4800" dirty="0">
                <a:latin typeface="페이퍼로지 7 Bold" pitchFamily="2" charset="-127"/>
                <a:ea typeface="페이퍼로지 7 Bold" pitchFamily="2" charset="-127"/>
              </a:rPr>
              <a:t>	</a:t>
            </a:r>
            <a:r>
              <a:rPr lang="en-US" altLang="ko-KR" sz="4800" dirty="0">
                <a:highlight>
                  <a:srgbClr val="FAE100"/>
                </a:highlight>
                <a:latin typeface="페이퍼로지 7 Bold" pitchFamily="2" charset="-127"/>
                <a:ea typeface="페이퍼로지 7 Bold" pitchFamily="2" charset="-127"/>
              </a:rPr>
              <a:t>GPS</a:t>
            </a:r>
            <a:r>
              <a:rPr lang="ko-KR" altLang="en-US" sz="4800" dirty="0">
                <a:highlight>
                  <a:srgbClr val="FAE100"/>
                </a:highlight>
                <a:latin typeface="페이퍼로지 7 Bold" pitchFamily="2" charset="-127"/>
                <a:ea typeface="페이퍼로지 7 Bold" pitchFamily="2" charset="-127"/>
              </a:rPr>
              <a:t>가 닿지 않는</a:t>
            </a:r>
            <a:r>
              <a:rPr lang="ko-KR" altLang="en-US" sz="4800" dirty="0">
                <a:latin typeface="페이퍼로지 7 Bold" pitchFamily="2" charset="-127"/>
                <a:ea typeface="페이퍼로지 7 Bold" pitchFamily="2" charset="-127"/>
              </a:rPr>
              <a:t> 지하철역에서도</a:t>
            </a:r>
            <a:endParaRPr lang="en-US" altLang="ko-KR" sz="4800" dirty="0">
              <a:latin typeface="페이퍼로지 7 Bold" pitchFamily="2" charset="-127"/>
              <a:ea typeface="페이퍼로지 7 Bold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ko-KR" altLang="en-US" sz="4800" dirty="0">
                <a:highlight>
                  <a:srgbClr val="FAE100"/>
                </a:highlight>
                <a:latin typeface="페이퍼로지 7 Bold" pitchFamily="2" charset="-127"/>
                <a:ea typeface="페이퍼로지 7 Bold" pitchFamily="2" charset="-127"/>
              </a:rPr>
              <a:t>길을 찾을 수 있도록</a:t>
            </a:r>
          </a:p>
        </p:txBody>
      </p:sp>
    </p:spTree>
    <p:extLst>
      <p:ext uri="{BB962C8B-B14F-4D97-AF65-F5344CB8AC3E}">
        <p14:creationId xmlns:p14="http://schemas.microsoft.com/office/powerpoint/2010/main" val="151887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73BD39A5-BB5D-4DBB-AB50-0B6328D18D4B}"/>
              </a:ext>
            </a:extLst>
          </p:cNvPr>
          <p:cNvCxnSpPr>
            <a:cxnSpLocks/>
          </p:cNvCxnSpPr>
          <p:nvPr/>
        </p:nvCxnSpPr>
        <p:spPr>
          <a:xfrm flipV="1">
            <a:off x="0" y="1052713"/>
            <a:ext cx="12133089" cy="5109962"/>
          </a:xfrm>
          <a:prstGeom prst="bentConnector3">
            <a:avLst>
              <a:gd name="adj1" fmla="val 20741"/>
            </a:avLst>
          </a:prstGeom>
          <a:ln w="76200" cap="rnd" cmpd="sng">
            <a:gradFill>
              <a:gsLst>
                <a:gs pos="79000">
                  <a:srgbClr val="CEFAE8"/>
                </a:gs>
                <a:gs pos="2846">
                  <a:srgbClr val="00CC99"/>
                </a:gs>
                <a:gs pos="60000">
                  <a:srgbClr val="B2E6CB"/>
                </a:gs>
                <a:gs pos="28000">
                  <a:srgbClr val="94D1AC"/>
                </a:gs>
                <a:gs pos="100000">
                  <a:srgbClr val="D4F8EF"/>
                </a:gs>
              </a:gsLst>
              <a:lin ang="5400000" scaled="1"/>
            </a:gradFill>
            <a:prstDash val="sysDot"/>
            <a:round/>
          </a:ln>
          <a:effectLst>
            <a:glow rad="25400">
              <a:srgbClr val="CEFAE8">
                <a:alpha val="64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1FE07A3-BEEB-4C8D-A1B4-73BAB2A28DF7}"/>
              </a:ext>
            </a:extLst>
          </p:cNvPr>
          <p:cNvGrpSpPr/>
          <p:nvPr/>
        </p:nvGrpSpPr>
        <p:grpSpPr>
          <a:xfrm>
            <a:off x="4822252" y="0"/>
            <a:ext cx="5421312" cy="9848849"/>
            <a:chOff x="4083050" y="-24363"/>
            <a:chExt cx="2520000" cy="5760000"/>
          </a:xfrm>
          <a:solidFill>
            <a:schemeClr val="bg1"/>
          </a:solidFill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A58497A5-777D-417D-B69D-81428AD92E92}"/>
                </a:ext>
              </a:extLst>
            </p:cNvPr>
            <p:cNvSpPr/>
            <p:nvPr/>
          </p:nvSpPr>
          <p:spPr>
            <a:xfrm>
              <a:off x="4083050" y="-24363"/>
              <a:ext cx="2520000" cy="5760000"/>
            </a:xfrm>
            <a:prstGeom prst="roundRect">
              <a:avLst>
                <a:gd name="adj" fmla="val 10078"/>
              </a:avLst>
            </a:prstGeom>
            <a:grpFill/>
            <a:ln w="171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FD0E9947-D5A1-44A8-808F-44168DD7C0A7}"/>
                </a:ext>
              </a:extLst>
            </p:cNvPr>
            <p:cNvSpPr/>
            <p:nvPr/>
          </p:nvSpPr>
          <p:spPr>
            <a:xfrm>
              <a:off x="4872515" y="-24363"/>
              <a:ext cx="941070" cy="175260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171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35" name="말풍선: 모서리가 둥근 사각형 34">
            <a:extLst>
              <a:ext uri="{FF2B5EF4-FFF2-40B4-BE49-F238E27FC236}">
                <a16:creationId xmlns:a16="http://schemas.microsoft.com/office/drawing/2014/main" id="{4DA08128-03F8-4246-844F-2E800DD21D77}"/>
              </a:ext>
            </a:extLst>
          </p:cNvPr>
          <p:cNvSpPr/>
          <p:nvPr/>
        </p:nvSpPr>
        <p:spPr>
          <a:xfrm>
            <a:off x="8943518" y="1258938"/>
            <a:ext cx="2992718" cy="636953"/>
          </a:xfrm>
          <a:prstGeom prst="wedgeRoundRectCallout">
            <a:avLst>
              <a:gd name="adj1" fmla="val 54170"/>
              <a:gd name="adj2" fmla="val 47239"/>
              <a:gd name="adj3" fmla="val 16667"/>
            </a:avLst>
          </a:prstGeom>
          <a:solidFill>
            <a:srgbClr val="FAE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외국인 관광객을 위한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BFE5620-3CAC-4BB7-8B97-2702BFF26BD6}"/>
              </a:ext>
            </a:extLst>
          </p:cNvPr>
          <p:cNvSpPr txBox="1"/>
          <p:nvPr/>
        </p:nvSpPr>
        <p:spPr>
          <a:xfrm>
            <a:off x="7532907" y="6091586"/>
            <a:ext cx="2796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페이퍼로지 7 Bold" pitchFamily="2" charset="-127"/>
                <a:ea typeface="페이퍼로지 7 Bold" pitchFamily="2" charset="-127"/>
              </a:rPr>
              <a:t>A206_</a:t>
            </a:r>
            <a:r>
              <a:rPr lang="ko-KR" altLang="en-US" sz="2400" dirty="0" err="1">
                <a:latin typeface="페이퍼로지 7 Bold" pitchFamily="2" charset="-127"/>
                <a:ea typeface="페이퍼로지 7 Bold" pitchFamily="2" charset="-127"/>
              </a:rPr>
              <a:t>어디로가조</a:t>
            </a:r>
            <a:endParaRPr lang="ko-KR" altLang="en-US" sz="24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D82B6E-7914-404B-A84E-E864DA4AFBA0}"/>
              </a:ext>
            </a:extLst>
          </p:cNvPr>
          <p:cNvSpPr txBox="1"/>
          <p:nvPr/>
        </p:nvSpPr>
        <p:spPr>
          <a:xfrm>
            <a:off x="3104281" y="1688339"/>
            <a:ext cx="5667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latin typeface="페이퍼로지 3 Light" pitchFamily="2" charset="-127"/>
                <a:ea typeface="페이퍼로지 3 Light" pitchFamily="2" charset="-127"/>
              </a:rPr>
              <a:t>+</a:t>
            </a:r>
            <a:endParaRPr lang="ko-KR" altLang="en-US" sz="900" dirty="0"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0E99D3B-8CE4-45F7-A2FD-E67F69325692}"/>
              </a:ext>
            </a:extLst>
          </p:cNvPr>
          <p:cNvSpPr txBox="1"/>
          <p:nvPr/>
        </p:nvSpPr>
        <p:spPr>
          <a:xfrm>
            <a:off x="471794" y="4881103"/>
            <a:ext cx="5667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latin typeface="페이퍼로지 3 Light" pitchFamily="2" charset="-127"/>
                <a:ea typeface="페이퍼로지 3 Light" pitchFamily="2" charset="-127"/>
              </a:rPr>
              <a:t>+</a:t>
            </a:r>
            <a:endParaRPr lang="ko-KR" altLang="en-US" sz="900" dirty="0"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8FF9756-612F-46BF-B732-43A96AA58D70}"/>
              </a:ext>
            </a:extLst>
          </p:cNvPr>
          <p:cNvSpPr txBox="1"/>
          <p:nvPr/>
        </p:nvSpPr>
        <p:spPr>
          <a:xfrm>
            <a:off x="1792101" y="4154370"/>
            <a:ext cx="5667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dirty="0">
                <a:solidFill>
                  <a:schemeClr val="bg1"/>
                </a:solidFill>
                <a:latin typeface="페이퍼로지 3 Light" pitchFamily="2" charset="-127"/>
                <a:ea typeface="페이퍼로지 3 Light" pitchFamily="2" charset="-127"/>
              </a:rPr>
              <a:t>+</a:t>
            </a:r>
            <a:endParaRPr lang="ko-KR" altLang="en-US" sz="700" dirty="0"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D59B4E6-D0EB-420C-837E-8CA2DD595E51}"/>
              </a:ext>
            </a:extLst>
          </p:cNvPr>
          <p:cNvSpPr txBox="1"/>
          <p:nvPr/>
        </p:nvSpPr>
        <p:spPr>
          <a:xfrm>
            <a:off x="10934401" y="1760219"/>
            <a:ext cx="5667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latin typeface="페이퍼로지 3 Light" pitchFamily="2" charset="-127"/>
                <a:ea typeface="페이퍼로지 3 Light" pitchFamily="2" charset="-127"/>
              </a:rPr>
              <a:t>+</a:t>
            </a:r>
            <a:endParaRPr lang="ko-KR" altLang="en-US" sz="900" dirty="0">
              <a:latin typeface="페이퍼로지 3 Light" pitchFamily="2" charset="-127"/>
              <a:ea typeface="페이퍼로지 3 Light" pitchFamily="2" charset="-127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4" name="잉크 43">
                <a:extLst>
                  <a:ext uri="{FF2B5EF4-FFF2-40B4-BE49-F238E27FC236}">
                    <a16:creationId xmlns:a16="http://schemas.microsoft.com/office/drawing/2014/main" id="{C181A533-811E-42B4-8D80-F69DBF8958A7}"/>
                  </a:ext>
                </a:extLst>
              </p14:cNvPr>
              <p14:cNvContentPartPr/>
              <p14:nvPr/>
            </p14:nvContentPartPr>
            <p14:xfrm>
              <a:off x="13249275" y="8057850"/>
              <a:ext cx="360" cy="360"/>
            </p14:xfrm>
          </p:contentPart>
        </mc:Choice>
        <mc:Fallback xmlns="">
          <p:pic>
            <p:nvPicPr>
              <p:cNvPr id="44" name="잉크 43">
                <a:extLst>
                  <a:ext uri="{FF2B5EF4-FFF2-40B4-BE49-F238E27FC236}">
                    <a16:creationId xmlns:a16="http://schemas.microsoft.com/office/drawing/2014/main" id="{C181A533-811E-42B4-8D80-F69DBF8958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240275" y="804921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2" name="잉크 51">
                <a:extLst>
                  <a:ext uri="{FF2B5EF4-FFF2-40B4-BE49-F238E27FC236}">
                    <a16:creationId xmlns:a16="http://schemas.microsoft.com/office/drawing/2014/main" id="{CF31DE15-8513-43AE-8CE2-A4B919DE9798}"/>
                  </a:ext>
                </a:extLst>
              </p14:cNvPr>
              <p14:cNvContentPartPr/>
              <p14:nvPr/>
            </p14:nvContentPartPr>
            <p14:xfrm flipH="1">
              <a:off x="4013810" y="253959"/>
              <a:ext cx="465674" cy="544795"/>
            </p14:xfrm>
          </p:contentPart>
        </mc:Choice>
        <mc:Fallback xmlns="">
          <p:pic>
            <p:nvPicPr>
              <p:cNvPr id="52" name="잉크 51">
                <a:extLst>
                  <a:ext uri="{FF2B5EF4-FFF2-40B4-BE49-F238E27FC236}">
                    <a16:creationId xmlns:a16="http://schemas.microsoft.com/office/drawing/2014/main" id="{CF31DE15-8513-43AE-8CE2-A4B919DE979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flipH="1">
                <a:off x="3995816" y="235955"/>
                <a:ext cx="501301" cy="5804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33" name="잉크 1032">
                <a:extLst>
                  <a:ext uri="{FF2B5EF4-FFF2-40B4-BE49-F238E27FC236}">
                    <a16:creationId xmlns:a16="http://schemas.microsoft.com/office/drawing/2014/main" id="{6E1ACA5B-69BC-4099-896A-14A2B1993957}"/>
                  </a:ext>
                </a:extLst>
              </p14:cNvPr>
              <p14:cNvContentPartPr/>
              <p14:nvPr/>
            </p14:nvContentPartPr>
            <p14:xfrm>
              <a:off x="703189" y="4154370"/>
              <a:ext cx="677610" cy="636953"/>
            </p14:xfrm>
          </p:contentPart>
        </mc:Choice>
        <mc:Fallback xmlns="">
          <p:pic>
            <p:nvPicPr>
              <p:cNvPr id="1033" name="잉크 1032">
                <a:extLst>
                  <a:ext uri="{FF2B5EF4-FFF2-40B4-BE49-F238E27FC236}">
                    <a16:creationId xmlns:a16="http://schemas.microsoft.com/office/drawing/2014/main" id="{6E1ACA5B-69BC-4099-896A-14A2B199395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7203" y="4118364"/>
                <a:ext cx="749221" cy="708606"/>
              </a:xfrm>
              <a:prstGeom prst="rect">
                <a:avLst/>
              </a:prstGeom>
            </p:spPr>
          </p:pic>
        </mc:Fallback>
      </mc:AlternateContent>
      <p:sp>
        <p:nvSpPr>
          <p:cNvPr id="40" name="말풍선: 모서리가 둥근 사각형 39">
            <a:extLst>
              <a:ext uri="{FF2B5EF4-FFF2-40B4-BE49-F238E27FC236}">
                <a16:creationId xmlns:a16="http://schemas.microsoft.com/office/drawing/2014/main" id="{7A81C723-0F2D-425A-A366-BCE878793D33}"/>
              </a:ext>
            </a:extLst>
          </p:cNvPr>
          <p:cNvSpPr/>
          <p:nvPr/>
        </p:nvSpPr>
        <p:spPr>
          <a:xfrm>
            <a:off x="2083988" y="4633631"/>
            <a:ext cx="4281978" cy="636953"/>
          </a:xfrm>
          <a:prstGeom prst="wedgeRoundRectCallout">
            <a:avLst>
              <a:gd name="adj1" fmla="val -55951"/>
              <a:gd name="adj2" fmla="val 47240"/>
              <a:gd name="adj3" fmla="val 16667"/>
            </a:avLst>
          </a:prstGeom>
          <a:solidFill>
            <a:srgbClr val="FAE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지하철 역사 실내 </a:t>
            </a:r>
            <a:r>
              <a:rPr lang="ko-KR" alt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길찾기</a:t>
            </a: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 서비스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07BF82-81A1-45A9-AA93-C21A9C25FAE3}"/>
              </a:ext>
            </a:extLst>
          </p:cNvPr>
          <p:cNvSpPr txBox="1"/>
          <p:nvPr/>
        </p:nvSpPr>
        <p:spPr>
          <a:xfrm>
            <a:off x="4982191" y="2479717"/>
            <a:ext cx="51014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0" dirty="0">
                <a:latin typeface="페이퍼로지 9 Black" pitchFamily="2" charset="-127"/>
                <a:ea typeface="페이퍼로지 9 Black" pitchFamily="2" charset="-127"/>
              </a:rPr>
              <a:t>감사합니다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C6ED8E7-25BA-4585-ADB1-5526BB1805A3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2650749" y="2430211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507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1487</TotalTime>
  <Words>301</Words>
  <Application>Microsoft Office PowerPoint</Application>
  <PresentationFormat>와이드스크린</PresentationFormat>
  <Paragraphs>59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맑은 고딕</vt:lpstr>
      <vt:lpstr>페이퍼로지 3 Light</vt:lpstr>
      <vt:lpstr>페이퍼로지 4 Regular</vt:lpstr>
      <vt:lpstr>페이퍼로지 6 SemiBold</vt:lpstr>
      <vt:lpstr>페이퍼로지 7 Bold</vt:lpstr>
      <vt:lpstr>페이퍼로지 9 Black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SSAFY</dc:creator>
  <cp:lastModifiedBy>SSAFY</cp:lastModifiedBy>
  <cp:revision>122</cp:revision>
  <cp:lastPrinted>2026-08-09T11:34:18Z</cp:lastPrinted>
  <dcterms:created xsi:type="dcterms:W3CDTF">2026-08-07T17:19:09Z</dcterms:created>
  <dcterms:modified xsi:type="dcterms:W3CDTF">2026-08-09T17:12:45Z</dcterms:modified>
</cp:coreProperties>
</file>